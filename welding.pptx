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1" r:id="rId2"/>
    <p:sldId id="2563" r:id="rId3"/>
    <p:sldId id="2564" r:id="rId4"/>
    <p:sldId id="2565" r:id="rId5"/>
    <p:sldId id="2566" r:id="rId6"/>
    <p:sldId id="2567" r:id="rId7"/>
    <p:sldId id="2568" r:id="rId8"/>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21E602-F02B-4573-A382-4AFC1A269A8E}" v="13" dt="2026-01-20T20:56:23.5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andra Giebień" userId="c5dd5123b3ed5494" providerId="LiveId" clId="{BD7726C1-84D8-4E14-9EAC-65ED136E6EC0}"/>
    <pc:docChg chg="undo custSel addSld delSld modSld delSection modSection">
      <pc:chgData name="Aleksandra Giebień" userId="c5dd5123b3ed5494" providerId="LiveId" clId="{BD7726C1-84D8-4E14-9EAC-65ED136E6EC0}" dt="2026-01-20T20:56:56.905" v="346" actId="20577"/>
      <pc:docMkLst>
        <pc:docMk/>
      </pc:docMkLst>
      <pc:sldChg chg="modSp mod modNotesTx">
        <pc:chgData name="Aleksandra Giebień" userId="c5dd5123b3ed5494" providerId="LiveId" clId="{BD7726C1-84D8-4E14-9EAC-65ED136E6EC0}" dt="2026-01-20T20:43:45.251" v="166" actId="20577"/>
        <pc:sldMkLst>
          <pc:docMk/>
          <pc:sldMk cId="307930839" sldId="2561"/>
        </pc:sldMkLst>
        <pc:spChg chg="mod">
          <ac:chgData name="Aleksandra Giebień" userId="c5dd5123b3ed5494" providerId="LiveId" clId="{BD7726C1-84D8-4E14-9EAC-65ED136E6EC0}" dt="2026-01-20T20:43:45.251" v="166" actId="20577"/>
          <ac:spMkLst>
            <pc:docMk/>
            <pc:sldMk cId="307930839" sldId="2561"/>
            <ac:spMk id="8" creationId="{222B9438-0A76-4B1C-83CB-B63510AC0EA9}"/>
          </ac:spMkLst>
        </pc:spChg>
        <pc:spChg chg="mod">
          <ac:chgData name="Aleksandra Giebień" userId="c5dd5123b3ed5494" providerId="LiveId" clId="{BD7726C1-84D8-4E14-9EAC-65ED136E6EC0}" dt="2026-01-20T20:20:55.107" v="4" actId="20577"/>
          <ac:spMkLst>
            <pc:docMk/>
            <pc:sldMk cId="307930839" sldId="2561"/>
            <ac:spMk id="9" creationId="{E1C49464-8B91-4563-A4BE-47F7CBE1E357}"/>
          </ac:spMkLst>
        </pc:spChg>
      </pc:sldChg>
      <pc:sldChg chg="modSp del mod">
        <pc:chgData name="Aleksandra Giebień" userId="c5dd5123b3ed5494" providerId="LiveId" clId="{BD7726C1-84D8-4E14-9EAC-65ED136E6EC0}" dt="2026-01-20T20:21:21.815" v="45" actId="47"/>
        <pc:sldMkLst>
          <pc:docMk/>
          <pc:sldMk cId="1138235540" sldId="2562"/>
        </pc:sldMkLst>
        <pc:spChg chg="mod">
          <ac:chgData name="Aleksandra Giebień" userId="c5dd5123b3ed5494" providerId="LiveId" clId="{BD7726C1-84D8-4E14-9EAC-65ED136E6EC0}" dt="2026-01-20T20:21:08.703" v="6" actId="27636"/>
          <ac:spMkLst>
            <pc:docMk/>
            <pc:sldMk cId="1138235540" sldId="2562"/>
            <ac:spMk id="8" creationId="{5C222B8A-EAF4-4DAB-B3B4-28474C699EA5}"/>
          </ac:spMkLst>
        </pc:spChg>
      </pc:sldChg>
      <pc:sldChg chg="modSp mod modNotesTx">
        <pc:chgData name="Aleksandra Giebień" userId="c5dd5123b3ed5494" providerId="LiveId" clId="{BD7726C1-84D8-4E14-9EAC-65ED136E6EC0}" dt="2026-01-20T20:46:19.746" v="208" actId="20577"/>
        <pc:sldMkLst>
          <pc:docMk/>
          <pc:sldMk cId="3666372885" sldId="2563"/>
        </pc:sldMkLst>
        <pc:spChg chg="mod">
          <ac:chgData name="Aleksandra Giebień" userId="c5dd5123b3ed5494" providerId="LiveId" clId="{BD7726C1-84D8-4E14-9EAC-65ED136E6EC0}" dt="2026-01-20T20:46:19.746" v="208" actId="20577"/>
          <ac:spMkLst>
            <pc:docMk/>
            <pc:sldMk cId="3666372885" sldId="2563"/>
            <ac:spMk id="4" creationId="{CA61A05D-83CF-C227-3DEA-060B35E27F38}"/>
          </ac:spMkLst>
        </pc:spChg>
      </pc:sldChg>
      <pc:sldChg chg="modSp del mod">
        <pc:chgData name="Aleksandra Giebień" userId="c5dd5123b3ed5494" providerId="LiveId" clId="{BD7726C1-84D8-4E14-9EAC-65ED136E6EC0}" dt="2026-01-20T20:23:23.368" v="64" actId="47"/>
        <pc:sldMkLst>
          <pc:docMk/>
          <pc:sldMk cId="1473854876" sldId="2564"/>
        </pc:sldMkLst>
        <pc:spChg chg="mod">
          <ac:chgData name="Aleksandra Giebień" userId="c5dd5123b3ed5494" providerId="LiveId" clId="{BD7726C1-84D8-4E14-9EAC-65ED136E6EC0}" dt="2026-01-20T20:21:08.713" v="8" actId="27636"/>
          <ac:spMkLst>
            <pc:docMk/>
            <pc:sldMk cId="1473854876" sldId="2564"/>
            <ac:spMk id="8" creationId="{54E68B69-7105-4E07-AD6C-320DB4D6C3DF}"/>
          </ac:spMkLst>
        </pc:spChg>
        <pc:spChg chg="mod">
          <ac:chgData name="Aleksandra Giebień" userId="c5dd5123b3ed5494" providerId="LiveId" clId="{BD7726C1-84D8-4E14-9EAC-65ED136E6EC0}" dt="2026-01-20T20:21:08.717" v="9" actId="27636"/>
          <ac:spMkLst>
            <pc:docMk/>
            <pc:sldMk cId="1473854876" sldId="2564"/>
            <ac:spMk id="10" creationId="{467188CB-6575-470C-8299-0D001ED1341F}"/>
          </ac:spMkLst>
        </pc:spChg>
      </pc:sldChg>
      <pc:sldChg chg="addSp delSp modSp add mod">
        <pc:chgData name="Aleksandra Giebień" userId="c5dd5123b3ed5494" providerId="LiveId" clId="{BD7726C1-84D8-4E14-9EAC-65ED136E6EC0}" dt="2026-01-20T20:51:39.671" v="259" actId="20577"/>
        <pc:sldMkLst>
          <pc:docMk/>
          <pc:sldMk cId="2559943668" sldId="2564"/>
        </pc:sldMkLst>
        <pc:spChg chg="add mod">
          <ac:chgData name="Aleksandra Giebień" userId="c5dd5123b3ed5494" providerId="LiveId" clId="{BD7726C1-84D8-4E14-9EAC-65ED136E6EC0}" dt="2026-01-20T20:25:19.048" v="92"/>
          <ac:spMkLst>
            <pc:docMk/>
            <pc:sldMk cId="2559943668" sldId="2564"/>
            <ac:spMk id="2" creationId="{87AC4BCC-AEF9-9FED-6D97-75C2F07D72EF}"/>
          </ac:spMkLst>
        </pc:spChg>
        <pc:spChg chg="add del mod">
          <ac:chgData name="Aleksandra Giebień" userId="c5dd5123b3ed5494" providerId="LiveId" clId="{BD7726C1-84D8-4E14-9EAC-65ED136E6EC0}" dt="2026-01-20T20:51:39.671" v="259" actId="20577"/>
          <ac:spMkLst>
            <pc:docMk/>
            <pc:sldMk cId="2559943668" sldId="2564"/>
            <ac:spMk id="4" creationId="{94773414-87EA-698E-C925-43082744DAB6}"/>
          </ac:spMkLst>
        </pc:spChg>
      </pc:sldChg>
      <pc:sldChg chg="modSp del mod">
        <pc:chgData name="Aleksandra Giebień" userId="c5dd5123b3ed5494" providerId="LiveId" clId="{BD7726C1-84D8-4E14-9EAC-65ED136E6EC0}" dt="2026-01-20T20:23:24.572" v="65" actId="47"/>
        <pc:sldMkLst>
          <pc:docMk/>
          <pc:sldMk cId="37766942" sldId="2565"/>
        </pc:sldMkLst>
        <pc:spChg chg="mod">
          <ac:chgData name="Aleksandra Giebień" userId="c5dd5123b3ed5494" providerId="LiveId" clId="{BD7726C1-84D8-4E14-9EAC-65ED136E6EC0}" dt="2026-01-20T20:21:08.723" v="10" actId="27636"/>
          <ac:spMkLst>
            <pc:docMk/>
            <pc:sldMk cId="37766942" sldId="2565"/>
            <ac:spMk id="15" creationId="{B0E2720A-F8F9-42AF-A074-D7E20C1C459C}"/>
          </ac:spMkLst>
        </pc:spChg>
      </pc:sldChg>
      <pc:sldChg chg="modSp add mod">
        <pc:chgData name="Aleksandra Giebień" userId="c5dd5123b3ed5494" providerId="LiveId" clId="{BD7726C1-84D8-4E14-9EAC-65ED136E6EC0}" dt="2026-01-20T20:52:00.412" v="273" actId="20577"/>
        <pc:sldMkLst>
          <pc:docMk/>
          <pc:sldMk cId="2473768420" sldId="2565"/>
        </pc:sldMkLst>
        <pc:spChg chg="mod">
          <ac:chgData name="Aleksandra Giebień" userId="c5dd5123b3ed5494" providerId="LiveId" clId="{BD7726C1-84D8-4E14-9EAC-65ED136E6EC0}" dt="2026-01-20T20:52:00.412" v="273" actId="20577"/>
          <ac:spMkLst>
            <pc:docMk/>
            <pc:sldMk cId="2473768420" sldId="2565"/>
            <ac:spMk id="4" creationId="{E61EBA30-899F-1070-DC2B-26F96D0F834B}"/>
          </ac:spMkLst>
        </pc:spChg>
        <pc:picChg chg="mod">
          <ac:chgData name="Aleksandra Giebień" userId="c5dd5123b3ed5494" providerId="LiveId" clId="{BD7726C1-84D8-4E14-9EAC-65ED136E6EC0}" dt="2026-01-20T20:51:12.524" v="247" actId="1076"/>
          <ac:picMkLst>
            <pc:docMk/>
            <pc:sldMk cId="2473768420" sldId="2565"/>
            <ac:picMk id="6" creationId="{4A3E0A5E-B288-6E5E-35C0-940C59B35694}"/>
          </ac:picMkLst>
        </pc:picChg>
      </pc:sldChg>
      <pc:sldChg chg="modSp add mod">
        <pc:chgData name="Aleksandra Giebień" userId="c5dd5123b3ed5494" providerId="LiveId" clId="{BD7726C1-84D8-4E14-9EAC-65ED136E6EC0}" dt="2026-01-20T20:53:57.044" v="305" actId="20577"/>
        <pc:sldMkLst>
          <pc:docMk/>
          <pc:sldMk cId="160732506" sldId="2566"/>
        </pc:sldMkLst>
        <pc:spChg chg="mod">
          <ac:chgData name="Aleksandra Giebień" userId="c5dd5123b3ed5494" providerId="LiveId" clId="{BD7726C1-84D8-4E14-9EAC-65ED136E6EC0}" dt="2026-01-20T20:53:57.044" v="305" actId="20577"/>
          <ac:spMkLst>
            <pc:docMk/>
            <pc:sldMk cId="160732506" sldId="2566"/>
            <ac:spMk id="4" creationId="{E4573799-E87B-A028-A4DB-D46B25BE23C7}"/>
          </ac:spMkLst>
        </pc:spChg>
      </pc:sldChg>
      <pc:sldChg chg="modSp del mod">
        <pc:chgData name="Aleksandra Giebień" userId="c5dd5123b3ed5494" providerId="LiveId" clId="{BD7726C1-84D8-4E14-9EAC-65ED136E6EC0}" dt="2026-01-20T20:23:26.300" v="66" actId="47"/>
        <pc:sldMkLst>
          <pc:docMk/>
          <pc:sldMk cId="915234501" sldId="2566"/>
        </pc:sldMkLst>
        <pc:spChg chg="mod">
          <ac:chgData name="Aleksandra Giebień" userId="c5dd5123b3ed5494" providerId="LiveId" clId="{BD7726C1-84D8-4E14-9EAC-65ED136E6EC0}" dt="2026-01-20T20:21:08.733" v="11" actId="27636"/>
          <ac:spMkLst>
            <pc:docMk/>
            <pc:sldMk cId="915234501" sldId="2566"/>
            <ac:spMk id="4" creationId="{F3E82A85-625F-B002-A176-067AAB3188F1}"/>
          </ac:spMkLst>
        </pc:spChg>
      </pc:sldChg>
      <pc:sldChg chg="modSp del mod">
        <pc:chgData name="Aleksandra Giebień" userId="c5dd5123b3ed5494" providerId="LiveId" clId="{BD7726C1-84D8-4E14-9EAC-65ED136E6EC0}" dt="2026-01-20T20:23:28.712" v="67" actId="47"/>
        <pc:sldMkLst>
          <pc:docMk/>
          <pc:sldMk cId="3028410111" sldId="2567"/>
        </pc:sldMkLst>
        <pc:spChg chg="mod">
          <ac:chgData name="Aleksandra Giebień" userId="c5dd5123b3ed5494" providerId="LiveId" clId="{BD7726C1-84D8-4E14-9EAC-65ED136E6EC0}" dt="2026-01-20T20:21:08.738" v="12" actId="27636"/>
          <ac:spMkLst>
            <pc:docMk/>
            <pc:sldMk cId="3028410111" sldId="2567"/>
            <ac:spMk id="4" creationId="{9114BC8A-1678-3C8C-5946-1A8EA0C2DE50}"/>
          </ac:spMkLst>
        </pc:spChg>
      </pc:sldChg>
      <pc:sldChg chg="modSp add mod">
        <pc:chgData name="Aleksandra Giebień" userId="c5dd5123b3ed5494" providerId="LiveId" clId="{BD7726C1-84D8-4E14-9EAC-65ED136E6EC0}" dt="2026-01-20T20:55:36.701" v="328" actId="20577"/>
        <pc:sldMkLst>
          <pc:docMk/>
          <pc:sldMk cId="3046871520" sldId="2567"/>
        </pc:sldMkLst>
        <pc:spChg chg="mod">
          <ac:chgData name="Aleksandra Giebień" userId="c5dd5123b3ed5494" providerId="LiveId" clId="{BD7726C1-84D8-4E14-9EAC-65ED136E6EC0}" dt="2026-01-20T20:55:36.701" v="328" actId="20577"/>
          <ac:spMkLst>
            <pc:docMk/>
            <pc:sldMk cId="3046871520" sldId="2567"/>
            <ac:spMk id="4" creationId="{E67BE740-CAA1-3106-F5C5-3CB25969126E}"/>
          </ac:spMkLst>
        </pc:spChg>
      </pc:sldChg>
      <pc:sldChg chg="modSp add mod">
        <pc:chgData name="Aleksandra Giebień" userId="c5dd5123b3ed5494" providerId="LiveId" clId="{BD7726C1-84D8-4E14-9EAC-65ED136E6EC0}" dt="2026-01-20T20:56:56.905" v="346" actId="20577"/>
        <pc:sldMkLst>
          <pc:docMk/>
          <pc:sldMk cId="929833523" sldId="2568"/>
        </pc:sldMkLst>
        <pc:spChg chg="mod">
          <ac:chgData name="Aleksandra Giebień" userId="c5dd5123b3ed5494" providerId="LiveId" clId="{BD7726C1-84D8-4E14-9EAC-65ED136E6EC0}" dt="2026-01-20T20:56:56.905" v="346" actId="20577"/>
          <ac:spMkLst>
            <pc:docMk/>
            <pc:sldMk cId="929833523" sldId="2568"/>
            <ac:spMk id="4" creationId="{85DBAC16-3A7A-B5A8-BB20-76AE412DF3D3}"/>
          </ac:spMkLst>
        </pc:spChg>
      </pc:sldChg>
      <pc:sldChg chg="modSp del mod">
        <pc:chgData name="Aleksandra Giebień" userId="c5dd5123b3ed5494" providerId="LiveId" clId="{BD7726C1-84D8-4E14-9EAC-65ED136E6EC0}" dt="2026-01-20T20:23:29.901" v="68" actId="47"/>
        <pc:sldMkLst>
          <pc:docMk/>
          <pc:sldMk cId="2810286666" sldId="2568"/>
        </pc:sldMkLst>
        <pc:spChg chg="mod">
          <ac:chgData name="Aleksandra Giebień" userId="c5dd5123b3ed5494" providerId="LiveId" clId="{BD7726C1-84D8-4E14-9EAC-65ED136E6EC0}" dt="2026-01-20T20:21:08.748" v="14" actId="27636"/>
          <ac:spMkLst>
            <pc:docMk/>
            <pc:sldMk cId="2810286666" sldId="2568"/>
            <ac:spMk id="9" creationId="{CAABDCB1-D5BC-4439-BBD7-DB16AA0E9665}"/>
          </ac:spMkLst>
        </pc:spChg>
        <pc:spChg chg="mod">
          <ac:chgData name="Aleksandra Giebień" userId="c5dd5123b3ed5494" providerId="LiveId" clId="{BD7726C1-84D8-4E14-9EAC-65ED136E6EC0}" dt="2026-01-20T20:21:08.745" v="13" actId="27636"/>
          <ac:spMkLst>
            <pc:docMk/>
            <pc:sldMk cId="2810286666" sldId="2568"/>
            <ac:spMk id="11" creationId="{E63DE710-C406-4108-BA13-34ED20D364C1}"/>
          </ac:spMkLst>
        </pc:spChg>
      </pc:sldChg>
      <pc:sldChg chg="modSp del mod">
        <pc:chgData name="Aleksandra Giebień" userId="c5dd5123b3ed5494" providerId="LiveId" clId="{BD7726C1-84D8-4E14-9EAC-65ED136E6EC0}" dt="2026-01-20T20:23:30.984" v="69" actId="47"/>
        <pc:sldMkLst>
          <pc:docMk/>
          <pc:sldMk cId="69009454" sldId="2569"/>
        </pc:sldMkLst>
        <pc:spChg chg="mod">
          <ac:chgData name="Aleksandra Giebień" userId="c5dd5123b3ed5494" providerId="LiveId" clId="{BD7726C1-84D8-4E14-9EAC-65ED136E6EC0}" dt="2026-01-20T20:21:08.754" v="15" actId="27636"/>
          <ac:spMkLst>
            <pc:docMk/>
            <pc:sldMk cId="69009454" sldId="2569"/>
            <ac:spMk id="8" creationId="{EA35630F-B0B7-44C1-B53D-ED667A237214}"/>
          </ac:spMkLst>
        </pc:spChg>
      </pc:sldChg>
      <pc:sldChg chg="modSp del mod">
        <pc:chgData name="Aleksandra Giebień" userId="c5dd5123b3ed5494" providerId="LiveId" clId="{BD7726C1-84D8-4E14-9EAC-65ED136E6EC0}" dt="2026-01-20T20:23:32.217" v="70" actId="47"/>
        <pc:sldMkLst>
          <pc:docMk/>
          <pc:sldMk cId="163798868" sldId="2570"/>
        </pc:sldMkLst>
        <pc:spChg chg="mod">
          <ac:chgData name="Aleksandra Giebień" userId="c5dd5123b3ed5494" providerId="LiveId" clId="{BD7726C1-84D8-4E14-9EAC-65ED136E6EC0}" dt="2026-01-20T20:21:08.761" v="16" actId="27636"/>
          <ac:spMkLst>
            <pc:docMk/>
            <pc:sldMk cId="163798868" sldId="2570"/>
            <ac:spMk id="4" creationId="{C263F11C-41D4-C488-E840-690FD617D51F}"/>
          </ac:spMkLst>
        </pc:spChg>
      </pc:sldChg>
      <pc:sldChg chg="modSp del mod">
        <pc:chgData name="Aleksandra Giebień" userId="c5dd5123b3ed5494" providerId="LiveId" clId="{BD7726C1-84D8-4E14-9EAC-65ED136E6EC0}" dt="2026-01-20T20:23:33.284" v="71" actId="47"/>
        <pc:sldMkLst>
          <pc:docMk/>
          <pc:sldMk cId="3507343288" sldId="2571"/>
        </pc:sldMkLst>
        <pc:spChg chg="mod">
          <ac:chgData name="Aleksandra Giebień" userId="c5dd5123b3ed5494" providerId="LiveId" clId="{BD7726C1-84D8-4E14-9EAC-65ED136E6EC0}" dt="2026-01-20T20:21:08.774" v="18" actId="27636"/>
          <ac:spMkLst>
            <pc:docMk/>
            <pc:sldMk cId="3507343288" sldId="2571"/>
            <ac:spMk id="8" creationId="{E60A4AB5-B7DD-4E45-B57C-109289E9BAEB}"/>
          </ac:spMkLst>
        </pc:spChg>
        <pc:spChg chg="mod">
          <ac:chgData name="Aleksandra Giebień" userId="c5dd5123b3ed5494" providerId="LiveId" clId="{BD7726C1-84D8-4E14-9EAC-65ED136E6EC0}" dt="2026-01-20T20:21:08.771" v="17" actId="27636"/>
          <ac:spMkLst>
            <pc:docMk/>
            <pc:sldMk cId="3507343288" sldId="2571"/>
            <ac:spMk id="9" creationId="{C9312061-C1BB-4537-82FE-DFE1EE0AA790}"/>
          </ac:spMkLst>
        </pc:spChg>
      </pc:sldChg>
      <pc:sldChg chg="modSp del mod">
        <pc:chgData name="Aleksandra Giebień" userId="c5dd5123b3ed5494" providerId="LiveId" clId="{BD7726C1-84D8-4E14-9EAC-65ED136E6EC0}" dt="2026-01-20T20:23:38.068" v="72" actId="47"/>
        <pc:sldMkLst>
          <pc:docMk/>
          <pc:sldMk cId="3500318736" sldId="2572"/>
        </pc:sldMkLst>
        <pc:spChg chg="mod">
          <ac:chgData name="Aleksandra Giebień" userId="c5dd5123b3ed5494" providerId="LiveId" clId="{BD7726C1-84D8-4E14-9EAC-65ED136E6EC0}" dt="2026-01-20T20:21:08.781" v="19" actId="27636"/>
          <ac:spMkLst>
            <pc:docMk/>
            <pc:sldMk cId="3500318736" sldId="2572"/>
            <ac:spMk id="15" creationId="{B3303272-08DD-493B-8AB1-3F83B748DDD8}"/>
          </ac:spMkLst>
        </pc:spChg>
        <pc:spChg chg="mod">
          <ac:chgData name="Aleksandra Giebień" userId="c5dd5123b3ed5494" providerId="LiveId" clId="{BD7726C1-84D8-4E14-9EAC-65ED136E6EC0}" dt="2026-01-20T20:21:08.784" v="20" actId="27636"/>
          <ac:spMkLst>
            <pc:docMk/>
            <pc:sldMk cId="3500318736" sldId="2572"/>
            <ac:spMk id="19" creationId="{57BE50AD-C609-4741-9729-A60E4DDE78C3}"/>
          </ac:spMkLst>
        </pc:spChg>
      </pc:sldChg>
      <pc:sldChg chg="modSp del mod">
        <pc:chgData name="Aleksandra Giebień" userId="c5dd5123b3ed5494" providerId="LiveId" clId="{BD7726C1-84D8-4E14-9EAC-65ED136E6EC0}" dt="2026-01-20T20:23:49.779" v="74" actId="47"/>
        <pc:sldMkLst>
          <pc:docMk/>
          <pc:sldMk cId="3112182639" sldId="2573"/>
        </pc:sldMkLst>
        <pc:spChg chg="mod">
          <ac:chgData name="Aleksandra Giebień" userId="c5dd5123b3ed5494" providerId="LiveId" clId="{BD7726C1-84D8-4E14-9EAC-65ED136E6EC0}" dt="2026-01-20T20:21:08.793" v="22" actId="27636"/>
          <ac:spMkLst>
            <pc:docMk/>
            <pc:sldMk cId="3112182639" sldId="2573"/>
            <ac:spMk id="9" creationId="{F3951F03-19EA-4F25-931E-37282AF44B23}"/>
          </ac:spMkLst>
        </pc:spChg>
        <pc:spChg chg="mod">
          <ac:chgData name="Aleksandra Giebień" userId="c5dd5123b3ed5494" providerId="LiveId" clId="{BD7726C1-84D8-4E14-9EAC-65ED136E6EC0}" dt="2026-01-20T20:21:08.790" v="21" actId="27636"/>
          <ac:spMkLst>
            <pc:docMk/>
            <pc:sldMk cId="3112182639" sldId="2573"/>
            <ac:spMk id="10" creationId="{07B475DA-B6A4-470F-BC3D-E9788DDB8F22}"/>
          </ac:spMkLst>
        </pc:spChg>
        <pc:spChg chg="mod">
          <ac:chgData name="Aleksandra Giebień" userId="c5dd5123b3ed5494" providerId="LiveId" clId="{BD7726C1-84D8-4E14-9EAC-65ED136E6EC0}" dt="2026-01-20T20:21:08.796" v="23" actId="27636"/>
          <ac:spMkLst>
            <pc:docMk/>
            <pc:sldMk cId="3112182639" sldId="2573"/>
            <ac:spMk id="12" creationId="{2B719085-E7A0-4BF9-961E-6197EB779C01}"/>
          </ac:spMkLst>
        </pc:spChg>
      </pc:sldChg>
      <pc:sldChg chg="modSp del mod">
        <pc:chgData name="Aleksandra Giebień" userId="c5dd5123b3ed5494" providerId="LiveId" clId="{BD7726C1-84D8-4E14-9EAC-65ED136E6EC0}" dt="2026-01-20T20:23:51.928" v="75" actId="47"/>
        <pc:sldMkLst>
          <pc:docMk/>
          <pc:sldMk cId="207656138" sldId="2574"/>
        </pc:sldMkLst>
        <pc:spChg chg="mod">
          <ac:chgData name="Aleksandra Giebień" userId="c5dd5123b3ed5494" providerId="LiveId" clId="{BD7726C1-84D8-4E14-9EAC-65ED136E6EC0}" dt="2026-01-20T20:21:08.804" v="24" actId="27636"/>
          <ac:spMkLst>
            <pc:docMk/>
            <pc:sldMk cId="207656138" sldId="2574"/>
            <ac:spMk id="4" creationId="{F67FD651-1969-1A88-3DF5-13DD991677F2}"/>
          </ac:spMkLst>
        </pc:spChg>
      </pc:sldChg>
      <pc:sldChg chg="modSp del mod">
        <pc:chgData name="Aleksandra Giebień" userId="c5dd5123b3ed5494" providerId="LiveId" clId="{BD7726C1-84D8-4E14-9EAC-65ED136E6EC0}" dt="2026-01-20T20:23:53.039" v="76" actId="47"/>
        <pc:sldMkLst>
          <pc:docMk/>
          <pc:sldMk cId="4242178705" sldId="2575"/>
        </pc:sldMkLst>
        <pc:spChg chg="mod">
          <ac:chgData name="Aleksandra Giebień" userId="c5dd5123b3ed5494" providerId="LiveId" clId="{BD7726C1-84D8-4E14-9EAC-65ED136E6EC0}" dt="2026-01-20T20:21:08.811" v="25" actId="27636"/>
          <ac:spMkLst>
            <pc:docMk/>
            <pc:sldMk cId="4242178705" sldId="2575"/>
            <ac:spMk id="4" creationId="{3A5F936B-8A47-8F77-A38E-8D8C778B8C68}"/>
          </ac:spMkLst>
        </pc:spChg>
      </pc:sldChg>
      <pc:sldChg chg="modSp del mod">
        <pc:chgData name="Aleksandra Giebień" userId="c5dd5123b3ed5494" providerId="LiveId" clId="{BD7726C1-84D8-4E14-9EAC-65ED136E6EC0}" dt="2026-01-20T20:23:54.093" v="77" actId="47"/>
        <pc:sldMkLst>
          <pc:docMk/>
          <pc:sldMk cId="4257070105" sldId="2576"/>
        </pc:sldMkLst>
        <pc:spChg chg="mod">
          <ac:chgData name="Aleksandra Giebień" userId="c5dd5123b3ed5494" providerId="LiveId" clId="{BD7726C1-84D8-4E14-9EAC-65ED136E6EC0}" dt="2026-01-20T20:21:08.819" v="26" actId="27636"/>
          <ac:spMkLst>
            <pc:docMk/>
            <pc:sldMk cId="4257070105" sldId="2576"/>
            <ac:spMk id="8" creationId="{2CAE390E-108A-4BCB-BD1A-594C73337DA8}"/>
          </ac:spMkLst>
        </pc:spChg>
      </pc:sldChg>
      <pc:sldChg chg="modSp del mod">
        <pc:chgData name="Aleksandra Giebień" userId="c5dd5123b3ed5494" providerId="LiveId" clId="{BD7726C1-84D8-4E14-9EAC-65ED136E6EC0}" dt="2026-01-20T20:23:55.157" v="78" actId="47"/>
        <pc:sldMkLst>
          <pc:docMk/>
          <pc:sldMk cId="2927605085" sldId="2577"/>
        </pc:sldMkLst>
        <pc:spChg chg="mod">
          <ac:chgData name="Aleksandra Giebień" userId="c5dd5123b3ed5494" providerId="LiveId" clId="{BD7726C1-84D8-4E14-9EAC-65ED136E6EC0}" dt="2026-01-20T20:21:08.824" v="27" actId="27636"/>
          <ac:spMkLst>
            <pc:docMk/>
            <pc:sldMk cId="2927605085" sldId="2577"/>
            <ac:spMk id="4" creationId="{86EB852B-09D0-A29B-0B8C-A7D5423A05FE}"/>
          </ac:spMkLst>
        </pc:spChg>
      </pc:sldChg>
      <pc:sldChg chg="modSp del mod">
        <pc:chgData name="Aleksandra Giebień" userId="c5dd5123b3ed5494" providerId="LiveId" clId="{BD7726C1-84D8-4E14-9EAC-65ED136E6EC0}" dt="2026-01-20T20:23:56.380" v="79" actId="47"/>
        <pc:sldMkLst>
          <pc:docMk/>
          <pc:sldMk cId="712568051" sldId="2578"/>
        </pc:sldMkLst>
        <pc:spChg chg="mod">
          <ac:chgData name="Aleksandra Giebień" userId="c5dd5123b3ed5494" providerId="LiveId" clId="{BD7726C1-84D8-4E14-9EAC-65ED136E6EC0}" dt="2026-01-20T20:21:08.830" v="28" actId="27636"/>
          <ac:spMkLst>
            <pc:docMk/>
            <pc:sldMk cId="712568051" sldId="2578"/>
            <ac:spMk id="8" creationId="{D307F808-3517-427B-8982-72BEF22F8FEE}"/>
          </ac:spMkLst>
        </pc:spChg>
      </pc:sldChg>
      <pc:sldChg chg="modSp del mod">
        <pc:chgData name="Aleksandra Giebień" userId="c5dd5123b3ed5494" providerId="LiveId" clId="{BD7726C1-84D8-4E14-9EAC-65ED136E6EC0}" dt="2026-01-20T20:23:57.593" v="80" actId="47"/>
        <pc:sldMkLst>
          <pc:docMk/>
          <pc:sldMk cId="2152228872" sldId="2579"/>
        </pc:sldMkLst>
        <pc:spChg chg="mod">
          <ac:chgData name="Aleksandra Giebień" userId="c5dd5123b3ed5494" providerId="LiveId" clId="{BD7726C1-84D8-4E14-9EAC-65ED136E6EC0}" dt="2026-01-20T20:21:08.840" v="30" actId="27636"/>
          <ac:spMkLst>
            <pc:docMk/>
            <pc:sldMk cId="2152228872" sldId="2579"/>
            <ac:spMk id="8" creationId="{47A48DD8-A6AA-4313-8E02-0BDABD28948D}"/>
          </ac:spMkLst>
        </pc:spChg>
        <pc:spChg chg="mod">
          <ac:chgData name="Aleksandra Giebień" userId="c5dd5123b3ed5494" providerId="LiveId" clId="{BD7726C1-84D8-4E14-9EAC-65ED136E6EC0}" dt="2026-01-20T20:21:08.837" v="29" actId="27636"/>
          <ac:spMkLst>
            <pc:docMk/>
            <pc:sldMk cId="2152228872" sldId="2579"/>
            <ac:spMk id="9" creationId="{ECFBEB93-949D-4159-9587-2A0C6D82AC87}"/>
          </ac:spMkLst>
        </pc:spChg>
      </pc:sldChg>
      <pc:sldChg chg="modSp del mod">
        <pc:chgData name="Aleksandra Giebień" userId="c5dd5123b3ed5494" providerId="LiveId" clId="{BD7726C1-84D8-4E14-9EAC-65ED136E6EC0}" dt="2026-01-20T20:23:58.877" v="81" actId="47"/>
        <pc:sldMkLst>
          <pc:docMk/>
          <pc:sldMk cId="1372050423" sldId="2580"/>
        </pc:sldMkLst>
        <pc:spChg chg="mod">
          <ac:chgData name="Aleksandra Giebień" userId="c5dd5123b3ed5494" providerId="LiveId" clId="{BD7726C1-84D8-4E14-9EAC-65ED136E6EC0}" dt="2026-01-20T20:21:08.861" v="35" actId="27636"/>
          <ac:spMkLst>
            <pc:docMk/>
            <pc:sldMk cId="1372050423" sldId="2580"/>
            <ac:spMk id="4" creationId="{99C2A80B-5D6F-7025-814C-B9E7EEA373B5}"/>
          </ac:spMkLst>
        </pc:spChg>
        <pc:spChg chg="mod">
          <ac:chgData name="Aleksandra Giebień" userId="c5dd5123b3ed5494" providerId="LiveId" clId="{BD7726C1-84D8-4E14-9EAC-65ED136E6EC0}" dt="2026-01-20T20:21:08.848" v="32" actId="27636"/>
          <ac:spMkLst>
            <pc:docMk/>
            <pc:sldMk cId="1372050423" sldId="2580"/>
            <ac:spMk id="7" creationId="{3C2DA53F-4214-40F2-BF5C-4496C1821437}"/>
          </ac:spMkLst>
        </pc:spChg>
        <pc:spChg chg="mod">
          <ac:chgData name="Aleksandra Giebień" userId="c5dd5123b3ed5494" providerId="LiveId" clId="{BD7726C1-84D8-4E14-9EAC-65ED136E6EC0}" dt="2026-01-20T20:21:08.846" v="31" actId="27636"/>
          <ac:spMkLst>
            <pc:docMk/>
            <pc:sldMk cId="1372050423" sldId="2580"/>
            <ac:spMk id="8" creationId="{28C07D3E-5E42-48AB-9EE8-677AA92CD477}"/>
          </ac:spMkLst>
        </pc:spChg>
        <pc:spChg chg="mod">
          <ac:chgData name="Aleksandra Giebień" userId="c5dd5123b3ed5494" providerId="LiveId" clId="{BD7726C1-84D8-4E14-9EAC-65ED136E6EC0}" dt="2026-01-20T20:21:08.857" v="34" actId="27636"/>
          <ac:spMkLst>
            <pc:docMk/>
            <pc:sldMk cId="1372050423" sldId="2580"/>
            <ac:spMk id="9" creationId="{8CAB34D0-FB44-4193-B825-3CF39C356E5B}"/>
          </ac:spMkLst>
        </pc:spChg>
        <pc:spChg chg="mod">
          <ac:chgData name="Aleksandra Giebień" userId="c5dd5123b3ed5494" providerId="LiveId" clId="{BD7726C1-84D8-4E14-9EAC-65ED136E6EC0}" dt="2026-01-20T20:21:08.853" v="33" actId="27636"/>
          <ac:spMkLst>
            <pc:docMk/>
            <pc:sldMk cId="1372050423" sldId="2580"/>
            <ac:spMk id="10" creationId="{6FED1553-D99B-4A04-98C4-8C7887B01D61}"/>
          </ac:spMkLst>
        </pc:spChg>
      </pc:sldChg>
      <pc:sldChg chg="modSp del mod">
        <pc:chgData name="Aleksandra Giebień" userId="c5dd5123b3ed5494" providerId="LiveId" clId="{BD7726C1-84D8-4E14-9EAC-65ED136E6EC0}" dt="2026-01-20T20:24:00.221" v="82" actId="47"/>
        <pc:sldMkLst>
          <pc:docMk/>
          <pc:sldMk cId="701387760" sldId="2581"/>
        </pc:sldMkLst>
        <pc:spChg chg="mod">
          <ac:chgData name="Aleksandra Giebień" userId="c5dd5123b3ed5494" providerId="LiveId" clId="{BD7726C1-84D8-4E14-9EAC-65ED136E6EC0}" dt="2026-01-20T20:21:08.866" v="36" actId="27636"/>
          <ac:spMkLst>
            <pc:docMk/>
            <pc:sldMk cId="701387760" sldId="2581"/>
            <ac:spMk id="4" creationId="{A06212BA-543C-729F-6149-C1E34E3D2BBC}"/>
          </ac:spMkLst>
        </pc:spChg>
      </pc:sldChg>
      <pc:sldChg chg="modSp del mod">
        <pc:chgData name="Aleksandra Giebień" userId="c5dd5123b3ed5494" providerId="LiveId" clId="{BD7726C1-84D8-4E14-9EAC-65ED136E6EC0}" dt="2026-01-20T20:24:01.696" v="83" actId="47"/>
        <pc:sldMkLst>
          <pc:docMk/>
          <pc:sldMk cId="268007151" sldId="2582"/>
        </pc:sldMkLst>
        <pc:spChg chg="mod">
          <ac:chgData name="Aleksandra Giebień" userId="c5dd5123b3ed5494" providerId="LiveId" clId="{BD7726C1-84D8-4E14-9EAC-65ED136E6EC0}" dt="2026-01-20T20:21:08.872" v="37" actId="27636"/>
          <ac:spMkLst>
            <pc:docMk/>
            <pc:sldMk cId="268007151" sldId="2582"/>
            <ac:spMk id="9" creationId="{DE78CABD-863E-48AC-8891-947EC69D82FE}"/>
          </ac:spMkLst>
        </pc:spChg>
        <pc:spChg chg="mod">
          <ac:chgData name="Aleksandra Giebień" userId="c5dd5123b3ed5494" providerId="LiveId" clId="{BD7726C1-84D8-4E14-9EAC-65ED136E6EC0}" dt="2026-01-20T20:21:08.876" v="38" actId="27636"/>
          <ac:spMkLst>
            <pc:docMk/>
            <pc:sldMk cId="268007151" sldId="2582"/>
            <ac:spMk id="10" creationId="{86C15BB4-51F9-4623-8CCE-46E154A7DBCD}"/>
          </ac:spMkLst>
        </pc:spChg>
        <pc:spChg chg="mod">
          <ac:chgData name="Aleksandra Giebień" userId="c5dd5123b3ed5494" providerId="LiveId" clId="{BD7726C1-84D8-4E14-9EAC-65ED136E6EC0}" dt="2026-01-20T20:21:08.880" v="39" actId="27636"/>
          <ac:spMkLst>
            <pc:docMk/>
            <pc:sldMk cId="268007151" sldId="2582"/>
            <ac:spMk id="13" creationId="{451EF640-78C2-42D1-8B57-61866BF30F59}"/>
          </ac:spMkLst>
        </pc:spChg>
      </pc:sldChg>
      <pc:sldChg chg="modSp del mod">
        <pc:chgData name="Aleksandra Giebień" userId="c5dd5123b3ed5494" providerId="LiveId" clId="{BD7726C1-84D8-4E14-9EAC-65ED136E6EC0}" dt="2026-01-20T20:24:03.170" v="84" actId="47"/>
        <pc:sldMkLst>
          <pc:docMk/>
          <pc:sldMk cId="3063337760" sldId="2583"/>
        </pc:sldMkLst>
        <pc:spChg chg="mod">
          <ac:chgData name="Aleksandra Giebień" userId="c5dd5123b3ed5494" providerId="LiveId" clId="{BD7726C1-84D8-4E14-9EAC-65ED136E6EC0}" dt="2026-01-20T20:21:08.890" v="41" actId="27636"/>
          <ac:spMkLst>
            <pc:docMk/>
            <pc:sldMk cId="3063337760" sldId="2583"/>
            <ac:spMk id="8" creationId="{114606F5-216F-4016-8064-E81A5DCA03CA}"/>
          </ac:spMkLst>
        </pc:spChg>
        <pc:spChg chg="mod">
          <ac:chgData name="Aleksandra Giebień" userId="c5dd5123b3ed5494" providerId="LiveId" clId="{BD7726C1-84D8-4E14-9EAC-65ED136E6EC0}" dt="2026-01-20T20:21:08.887" v="40" actId="27636"/>
          <ac:spMkLst>
            <pc:docMk/>
            <pc:sldMk cId="3063337760" sldId="2583"/>
            <ac:spMk id="9" creationId="{D6836F59-C0AF-4B35-A9E3-7878A77D113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FD802-3FFD-4B53-85BC-27CDBCA71C30}" type="datetimeFigureOut">
              <a:rPr lang="pl-PL" smtClean="0"/>
              <a:t>20.01.2026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F87A47-9BA9-404F-9577-9F7ADA8740D6}" type="slidenum">
              <a:rPr lang="pl-PL" smtClean="0"/>
              <a:t>‹#›</a:t>
            </a:fld>
            <a:endParaRPr lang="pl-PL"/>
          </a:p>
        </p:txBody>
      </p:sp>
    </p:spTree>
    <p:extLst>
      <p:ext uri="{BB962C8B-B14F-4D97-AF65-F5344CB8AC3E}">
        <p14:creationId xmlns:p14="http://schemas.microsoft.com/office/powerpoint/2010/main" val="1666596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BA3A0286-7227-45BE-89DF-ECE9355F3133}" type="slidenum">
              <a:rPr lang="pl-PL" smtClean="0"/>
              <a:t>1</a:t>
            </a:fld>
            <a:endParaRPr lang="pl-PL"/>
          </a:p>
        </p:txBody>
      </p:sp>
    </p:spTree>
    <p:extLst>
      <p:ext uri="{BB962C8B-B14F-4D97-AF65-F5344CB8AC3E}">
        <p14:creationId xmlns:p14="http://schemas.microsoft.com/office/powerpoint/2010/main" val="3668411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BA3A0286-7227-45BE-89DF-ECE9355F3133}" type="slidenum">
              <a:rPr lang="pl-PL" smtClean="0"/>
              <a:t>2</a:t>
            </a:fld>
            <a:endParaRPr lang="pl-PL"/>
          </a:p>
        </p:txBody>
      </p:sp>
    </p:spTree>
    <p:extLst>
      <p:ext uri="{BB962C8B-B14F-4D97-AF65-F5344CB8AC3E}">
        <p14:creationId xmlns:p14="http://schemas.microsoft.com/office/powerpoint/2010/main" val="2823029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BB3D-6FC8-DC32-AF2F-F18A8CF1513E}"/>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1FE91814-41BD-6180-1BA6-AA6CA4137060}"/>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EE1ACBF0-CB9B-3911-D070-46BB5A49A6A0}"/>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2E11C3A9-F611-8FBE-551E-30217803E9B5}"/>
              </a:ext>
            </a:extLst>
          </p:cNvPr>
          <p:cNvSpPr>
            <a:spLocks noGrp="1"/>
          </p:cNvSpPr>
          <p:nvPr>
            <p:ph type="sldNum" sz="quarter" idx="5"/>
          </p:nvPr>
        </p:nvSpPr>
        <p:spPr/>
        <p:txBody>
          <a:bodyPr/>
          <a:lstStyle/>
          <a:p>
            <a:fld id="{BA3A0286-7227-45BE-89DF-ECE9355F3133}" type="slidenum">
              <a:rPr lang="pl-PL" smtClean="0"/>
              <a:t>3</a:t>
            </a:fld>
            <a:endParaRPr lang="pl-PL"/>
          </a:p>
        </p:txBody>
      </p:sp>
    </p:spTree>
    <p:extLst>
      <p:ext uri="{BB962C8B-B14F-4D97-AF65-F5344CB8AC3E}">
        <p14:creationId xmlns:p14="http://schemas.microsoft.com/office/powerpoint/2010/main" val="2401749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D332E-56D2-1F27-842B-8EE7816480DE}"/>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9172DF7C-7D27-B407-3342-98EF7EA69CB3}"/>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A6008497-9B1D-3927-A107-A96FBB681601}"/>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8448E6B6-81CF-D4EA-2879-6008927C532E}"/>
              </a:ext>
            </a:extLst>
          </p:cNvPr>
          <p:cNvSpPr>
            <a:spLocks noGrp="1"/>
          </p:cNvSpPr>
          <p:nvPr>
            <p:ph type="sldNum" sz="quarter" idx="5"/>
          </p:nvPr>
        </p:nvSpPr>
        <p:spPr/>
        <p:txBody>
          <a:bodyPr/>
          <a:lstStyle/>
          <a:p>
            <a:fld id="{BA3A0286-7227-45BE-89DF-ECE9355F3133}" type="slidenum">
              <a:rPr lang="pl-PL" smtClean="0"/>
              <a:t>4</a:t>
            </a:fld>
            <a:endParaRPr lang="pl-PL"/>
          </a:p>
        </p:txBody>
      </p:sp>
    </p:spTree>
    <p:extLst>
      <p:ext uri="{BB962C8B-B14F-4D97-AF65-F5344CB8AC3E}">
        <p14:creationId xmlns:p14="http://schemas.microsoft.com/office/powerpoint/2010/main" val="1413106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10625-8344-D0D8-4263-26E4D8CD4479}"/>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8B2D5B57-8A8A-5B96-FC53-D935FD9C7854}"/>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B8581800-6A68-5CFB-0DBA-524268574BBC}"/>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61EA829F-1FEB-F3C0-6CDF-BAA1CDC8886C}"/>
              </a:ext>
            </a:extLst>
          </p:cNvPr>
          <p:cNvSpPr>
            <a:spLocks noGrp="1"/>
          </p:cNvSpPr>
          <p:nvPr>
            <p:ph type="sldNum" sz="quarter" idx="5"/>
          </p:nvPr>
        </p:nvSpPr>
        <p:spPr/>
        <p:txBody>
          <a:bodyPr/>
          <a:lstStyle/>
          <a:p>
            <a:fld id="{BA3A0286-7227-45BE-89DF-ECE9355F3133}" type="slidenum">
              <a:rPr lang="pl-PL" smtClean="0"/>
              <a:t>5</a:t>
            </a:fld>
            <a:endParaRPr lang="pl-PL"/>
          </a:p>
        </p:txBody>
      </p:sp>
    </p:spTree>
    <p:extLst>
      <p:ext uri="{BB962C8B-B14F-4D97-AF65-F5344CB8AC3E}">
        <p14:creationId xmlns:p14="http://schemas.microsoft.com/office/powerpoint/2010/main" val="4033614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D9E9E-C7A4-D863-8806-D761EE8BA00B}"/>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4E303A3B-AF04-3AFC-EACE-E5F90D11D1C2}"/>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F524268C-CB0C-5D69-12D3-6F6A4257D7D4}"/>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1988EDA8-8CF9-C8E6-E67B-1D198E54B92C}"/>
              </a:ext>
            </a:extLst>
          </p:cNvPr>
          <p:cNvSpPr>
            <a:spLocks noGrp="1"/>
          </p:cNvSpPr>
          <p:nvPr>
            <p:ph type="sldNum" sz="quarter" idx="5"/>
          </p:nvPr>
        </p:nvSpPr>
        <p:spPr/>
        <p:txBody>
          <a:bodyPr/>
          <a:lstStyle/>
          <a:p>
            <a:fld id="{BA3A0286-7227-45BE-89DF-ECE9355F3133}" type="slidenum">
              <a:rPr lang="pl-PL" smtClean="0"/>
              <a:t>6</a:t>
            </a:fld>
            <a:endParaRPr lang="pl-PL"/>
          </a:p>
        </p:txBody>
      </p:sp>
    </p:spTree>
    <p:extLst>
      <p:ext uri="{BB962C8B-B14F-4D97-AF65-F5344CB8AC3E}">
        <p14:creationId xmlns:p14="http://schemas.microsoft.com/office/powerpoint/2010/main" val="1884795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8BD87-1590-4DF0-970B-03407B9B3730}"/>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5FF211C-507D-A546-9F84-E68807F0395B}"/>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935A3A14-EC78-A5F5-062A-003E5F2A125A}"/>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515014C2-F8EE-57D2-695D-B4DCB1DD36FF}"/>
              </a:ext>
            </a:extLst>
          </p:cNvPr>
          <p:cNvSpPr>
            <a:spLocks noGrp="1"/>
          </p:cNvSpPr>
          <p:nvPr>
            <p:ph type="sldNum" sz="quarter" idx="5"/>
          </p:nvPr>
        </p:nvSpPr>
        <p:spPr/>
        <p:txBody>
          <a:bodyPr/>
          <a:lstStyle/>
          <a:p>
            <a:fld id="{BA3A0286-7227-45BE-89DF-ECE9355F3133}" type="slidenum">
              <a:rPr lang="pl-PL" smtClean="0"/>
              <a:t>7</a:t>
            </a:fld>
            <a:endParaRPr lang="pl-PL"/>
          </a:p>
        </p:txBody>
      </p:sp>
    </p:spTree>
    <p:extLst>
      <p:ext uri="{BB962C8B-B14F-4D97-AF65-F5344CB8AC3E}">
        <p14:creationId xmlns:p14="http://schemas.microsoft.com/office/powerpoint/2010/main" val="2579285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ytuł z obraz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rtl="0"/>
            <a:r>
              <a:rPr lang="pl"/>
              <a:t>Kliknij, aby edytować styl wzorca podtytułu</a:t>
            </a:r>
          </a:p>
        </p:txBody>
      </p:sp>
      <p:sp>
        <p:nvSpPr>
          <p:cNvPr id="11" name="Obraz — symbol zastępczy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Stopka — symbol zastępczy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lvl1pPr>
              <a:defRPr sz="1000"/>
            </a:lvl1pPr>
          </a:lstStyle>
          <a:p>
            <a:pPr rtl="0"/>
            <a:r>
              <a:rPr lang="pl"/>
              <a:t>Przykładowy tekst stopki</a:t>
            </a:r>
            <a:endParaRPr lang="en-US" sz="1000" dirty="0"/>
          </a:p>
        </p:txBody>
      </p:sp>
      <p:sp>
        <p:nvSpPr>
          <p:cNvPr id="7" name="Data — symbol zastępczy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lvl1pPr>
              <a:defRPr sz="1000"/>
            </a:lvl1pPr>
          </a:lstStyle>
          <a:p>
            <a:pPr rtl="0"/>
            <a:r>
              <a:rPr lang="en-US"/>
              <a:t>30/10/2025</a:t>
            </a:r>
            <a:endParaRPr lang="en-US" sz="1000" dirty="0"/>
          </a:p>
        </p:txBody>
      </p:sp>
      <p:sp>
        <p:nvSpPr>
          <p:cNvPr id="9" name="Numer slajdu — symbol zastępczy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lvl1pPr>
              <a:defRPr sz="1000"/>
            </a:lvl1pPr>
          </a:lstStyle>
          <a:p>
            <a:pPr rtl="0"/>
            <a:fld id="{AEAA3239-9EA4-4A65-A281-97F994456D9F}" type="slidenum">
              <a:rPr lang="en-US" smtClean="0"/>
              <a:pPr/>
              <a:t>‹#›</a:t>
            </a:fld>
            <a:endParaRPr lang="en-US" sz="1000" dirty="0"/>
          </a:p>
        </p:txBody>
      </p:sp>
      <p:cxnSp>
        <p:nvCxnSpPr>
          <p:cNvPr id="4" name="Łącznik prosty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0245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Zawartość">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p:txBody>
          <a:bodyPr rtlCol="0" anchor="t"/>
          <a:lstStyle/>
          <a:p>
            <a:pPr rtl="0"/>
            <a:r>
              <a:rPr lang="pl"/>
              <a:t>Kliknij, aby edytować styl wzorca tytułu</a:t>
            </a:r>
            <a:endParaRPr lang="en-US" dirty="0"/>
          </a:p>
        </p:txBody>
      </p:sp>
      <p:sp>
        <p:nvSpPr>
          <p:cNvPr id="3" name="Zawartość — symbol zastępczy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0148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ytuł z obrazem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pl"/>
              <a:t>Kliknij, aby edytować styl wzorca podtytułu</a:t>
            </a:r>
            <a:endParaRPr lang="en-US" dirty="0"/>
          </a:p>
        </p:txBody>
      </p:sp>
      <p:sp>
        <p:nvSpPr>
          <p:cNvPr id="11" name="Obraz — symbol zastępczy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Stopka — symbol zastępczy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rtlCol="0"/>
          <a:lstStyle/>
          <a:p>
            <a:pPr rtl="0"/>
            <a:r>
              <a:rPr lang="pl"/>
              <a:t>Przykładowy tekst stopki</a:t>
            </a:r>
          </a:p>
        </p:txBody>
      </p:sp>
      <p:sp>
        <p:nvSpPr>
          <p:cNvPr id="7" name="Data — symbol zastępczy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rtlCol="0"/>
          <a:lstStyle/>
          <a:p>
            <a:pPr rtl="0"/>
            <a:r>
              <a:rPr lang="en-US"/>
              <a:t>30/10/2025</a:t>
            </a:r>
            <a:endParaRPr lang="en-US" dirty="0"/>
          </a:p>
        </p:txBody>
      </p:sp>
      <p:sp>
        <p:nvSpPr>
          <p:cNvPr id="9" name="Numer slajdu — symbol zastępczy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5" name="Łącznik prosty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2235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ytuł z obrazem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pl"/>
              <a:t>Kliknij, aby edytować styl wzorca podtytułu</a:t>
            </a:r>
            <a:endParaRPr lang="en-US" dirty="0"/>
          </a:p>
        </p:txBody>
      </p:sp>
      <p:sp>
        <p:nvSpPr>
          <p:cNvPr id="14" name="Obraz — symbol zastępczy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12" name="Łącznik prosty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00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ytuł z obrazem 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rtl="0"/>
            <a:r>
              <a:rPr lang="pl"/>
              <a:t>Kliknij, aby edytować styl wzorca podtytułu</a:t>
            </a:r>
            <a:endParaRPr lang="en-US" dirty="0"/>
          </a:p>
        </p:txBody>
      </p:sp>
      <p:sp>
        <p:nvSpPr>
          <p:cNvPr id="14" name="Obraz — symbol zastępczy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lvl1pPr>
              <a:defRPr>
                <a:solidFill>
                  <a:schemeClr val="tx1"/>
                </a:solidFill>
                <a:effectLst/>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9" name="Łącznik prosty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133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rtl="0"/>
            <a:r>
              <a:rPr lang="pl"/>
              <a:t>Kliknij, aby edytować styl wzorca podtytułu</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796408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ytuł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rtl="0"/>
            <a:r>
              <a:rPr lang="pl"/>
              <a:t>Kliknij, aby edytować styl wzorca tytułu</a:t>
            </a:r>
            <a:endParaRPr lang="en-US" dirty="0"/>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rtl="0"/>
            <a:r>
              <a:rPr lang="pl"/>
              <a:t>Kliknij, aby edytować styl wzorca podtytułu</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5023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ytuł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rtlCol="0" anchor="b">
            <a:normAutofit/>
          </a:bodyPr>
          <a:lstStyle>
            <a:lvl1pPr algn="ctr">
              <a:defRPr sz="6000"/>
            </a:lvl1pPr>
          </a:lstStyle>
          <a:p>
            <a:pPr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rtlCol="0">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
              <a:t>Kliknij, aby edytować styl wzorca podtytułu</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584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agłówek sekcji">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rtl="0"/>
            <a:r>
              <a:rPr lang="pl"/>
              <a:t>Nagłówek sekcji</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7" name="Łącznik prosty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761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agłówek sekcji 2">
    <p:bg>
      <p:bgPr>
        <a:solidFill>
          <a:schemeClr val="tx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rtl="0"/>
            <a:r>
              <a:rPr lang="pl"/>
              <a:t>Nagłówek sekcji</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a:t>
            </a:fld>
            <a:endParaRPr lang="en-US" dirty="0"/>
          </a:p>
        </p:txBody>
      </p:sp>
      <p:cxnSp>
        <p:nvCxnSpPr>
          <p:cNvPr id="7" name="Łącznik prosty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1711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agłówek sekcji 3">
    <p:bg>
      <p:bgPr>
        <a:solidFill>
          <a:schemeClr val="tx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rtl="0"/>
            <a:r>
              <a:rPr lang="pl"/>
              <a:t>Nagłówek sekcji</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a:t>
            </a:fld>
            <a:endParaRPr lang="en-US" dirty="0"/>
          </a:p>
        </p:txBody>
      </p:sp>
      <p:cxnSp>
        <p:nvCxnSpPr>
          <p:cNvPr id="7" name="Łącznik prosty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40548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lan">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rtlCol="0" anchor="ctr">
            <a:normAutofit/>
          </a:bodyPr>
          <a:lstStyle>
            <a:lvl1pPr>
              <a:defRPr sz="3600"/>
            </a:lvl1pPr>
          </a:lstStyle>
          <a:p>
            <a:pPr rtl="0"/>
            <a:r>
              <a:rPr lang="pl"/>
              <a:t>Kliknij, aby edytować styl wzorca tytułu</a:t>
            </a:r>
          </a:p>
        </p:txBody>
      </p:sp>
      <p:sp>
        <p:nvSpPr>
          <p:cNvPr id="7" name="Zawartość — symbol zastępczy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rtlCol="0"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Stopka — symbol zastępczy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8" name="Łącznik prosty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96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lan z obraz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rtlCol="0" anchor="b">
            <a:normAutofit/>
          </a:bodyPr>
          <a:lstStyle>
            <a:lvl1pPr>
              <a:defRPr sz="3600"/>
            </a:lvl1pPr>
          </a:lstStyle>
          <a:p>
            <a:pPr rtl="0"/>
            <a:r>
              <a:rPr lang="pl"/>
              <a:t>Kliknij, aby edytować styl wzorca tytułu</a:t>
            </a:r>
          </a:p>
        </p:txBody>
      </p:sp>
      <p:sp>
        <p:nvSpPr>
          <p:cNvPr id="10" name="Obraz — symbol zastępczy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7" name="Zawartość — symbol zastępczy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rtlCol="0">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Stopka — symbol zastępczy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5733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awartość 2">
    <p:spTree>
      <p:nvGrpSpPr>
        <p:cNvPr id="1" name=""/>
        <p:cNvGrpSpPr/>
        <p:nvPr/>
      </p:nvGrpSpPr>
      <p:grpSpPr>
        <a:xfrm>
          <a:off x="0" y="0"/>
          <a:ext cx="0" cy="0"/>
          <a:chOff x="0" y="0"/>
          <a:chExt cx="0" cy="0"/>
        </a:xfrm>
      </p:grpSpPr>
      <p:sp>
        <p:nvSpPr>
          <p:cNvPr id="10" name="Tytuł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rtlCol="0" anchor="b"/>
          <a:lstStyle/>
          <a:p>
            <a:pPr rtl="0"/>
            <a:r>
              <a:rPr lang="pl"/>
              <a:t>Kliknij, aby edytować styl wzorca tytułu</a:t>
            </a:r>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awartość — symbol zastępczy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rtlCol="0"/>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Tree>
    <p:extLst>
      <p:ext uri="{BB962C8B-B14F-4D97-AF65-F5344CB8AC3E}">
        <p14:creationId xmlns:p14="http://schemas.microsoft.com/office/powerpoint/2010/main" val="11358161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Zawartość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rtlCol="0" anchor="t">
            <a:normAutofit/>
          </a:bodyPr>
          <a:lstStyle>
            <a:lvl1pPr>
              <a:defRPr sz="3600"/>
            </a:lvl1pPr>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9905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Zawartość 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rtlCol="0" anchor="t">
            <a:normAutofit/>
          </a:bodyPr>
          <a:lstStyle>
            <a:lvl1pPr>
              <a:defRPr sz="3600"/>
            </a:lvl1pPr>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420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Zawartość 5">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rtlCol="0" anchor="b">
            <a:normAutofit/>
          </a:bodyPr>
          <a:lstStyle>
            <a:lvl1pPr>
              <a:defRPr sz="3600"/>
            </a:lvl1pPr>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0817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Zawartość 6">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rtlCol="0" anchor="b">
            <a:normAutofit/>
          </a:bodyPr>
          <a:lstStyle>
            <a:lvl1pPr>
              <a:defRPr sz="3600"/>
            </a:lvl1pPr>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1899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Zawartość z obraz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rtlCol="0" anchor="t"/>
          <a:lstStyle/>
          <a:p>
            <a:pPr rtl="0"/>
            <a:r>
              <a:rPr lang="pl"/>
              <a:t>Kliknij, aby edytować styl wzorca tytułu</a:t>
            </a:r>
            <a:endParaRPr lang="en-US" dirty="0"/>
          </a:p>
        </p:txBody>
      </p:sp>
      <p:sp>
        <p:nvSpPr>
          <p:cNvPr id="10" name="Obraz — symbol zastępczy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rtlCol="0"/>
          <a:lstStyle>
            <a:lvl1pPr>
              <a:defRPr>
                <a:solidFill>
                  <a:schemeClr val="tx1"/>
                </a:solidFill>
                <a:effectLst/>
              </a:defRPr>
            </a:lvl1pPr>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3959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awartość z obrazem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rtlCol="0" anchor="t"/>
          <a:lstStyle/>
          <a:p>
            <a:pPr rtl="0"/>
            <a:r>
              <a:rPr lang="pl"/>
              <a:t>Kliknij, aby edytować styl wzorca tytułu</a:t>
            </a:r>
          </a:p>
        </p:txBody>
      </p:sp>
      <p:sp>
        <p:nvSpPr>
          <p:cNvPr id="11" name="Zawartość — symbol zastępczy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3" name="Obraz — symbol zastępczy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4" name="Łącznik prosty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2199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Zawartość z obrazem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1275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Zawartość z obrazem 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9" name="Stopka — symbol zastępczy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6687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Zawartość z obrazem 5">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rtlCol="0" anchor="t">
            <a:normAutofit/>
          </a:bodyPr>
          <a:lstStyle>
            <a:lvl1pPr>
              <a:defRPr sz="3600"/>
            </a:lvl1pPr>
          </a:lstStyle>
          <a:p>
            <a:pPr rtl="0"/>
            <a:r>
              <a:rPr lang="pl"/>
              <a:t>Kliknij, aby edytować styl wzorca tytułu</a:t>
            </a:r>
          </a:p>
        </p:txBody>
      </p:sp>
      <p:sp>
        <p:nvSpPr>
          <p:cNvPr id="7" name="Zawartość — symbol zastępczy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6" name="Obraz — symbol zastępczy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9" name="Stopka — symbol zastępczy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5549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Zawartość z obrazem 6">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rtlCol="0" anchor="t">
            <a:normAutofit/>
          </a:bodyPr>
          <a:lstStyle>
            <a:lvl1pPr>
              <a:defRPr sz="3600"/>
            </a:lvl1pPr>
          </a:lstStyle>
          <a:p>
            <a:pPr rtl="0"/>
            <a:r>
              <a:rPr lang="pl"/>
              <a:t>Kliknij, aby edytować styl wzorca tytułu</a:t>
            </a:r>
          </a:p>
        </p:txBody>
      </p:sp>
      <p:sp>
        <p:nvSpPr>
          <p:cNvPr id="13" name="Obraz — symbol zastępczy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rtlCol="0"/>
          <a:lstStyle>
            <a:lvl1pPr>
              <a:defRPr>
                <a:solidFill>
                  <a:schemeClr val="tx1"/>
                </a:solidFill>
                <a:effectLst/>
              </a:defRPr>
            </a:lvl1pPr>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3951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Zawartość z obrazem 7">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rtlCol="0" anchor="t">
            <a:normAutofit/>
          </a:bodyPr>
          <a:lstStyle>
            <a:lvl1pPr>
              <a:defRPr sz="3600"/>
            </a:lvl1pPr>
          </a:lstStyle>
          <a:p>
            <a:pPr rtl="0"/>
            <a:r>
              <a:rPr lang="pl"/>
              <a:t>Kliknij, aby edytować styl wzorca tytułu</a:t>
            </a:r>
            <a:endParaRPr lang="en-US" dirty="0"/>
          </a:p>
        </p:txBody>
      </p:sp>
      <p:sp>
        <p:nvSpPr>
          <p:cNvPr id="16" name="Zawartość — symbol zastępczy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18" name="Obraz — symbol zastępczy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rtlCol="0"/>
          <a:lstStyle>
            <a:lvl1pPr>
              <a:defRPr>
                <a:solidFill>
                  <a:schemeClr val="tx1"/>
                </a:solidFill>
                <a:effectLst/>
              </a:defRPr>
            </a:lvl1pPr>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lvl1pPr>
              <a:defRPr>
                <a:solidFill>
                  <a:schemeClr val="accent1"/>
                </a:solidFill>
                <a:effectLst/>
              </a:defRPr>
            </a:lvl1pPr>
          </a:lstStyle>
          <a:p>
            <a:pPr rtl="0"/>
            <a:fld id="{AEAA3239-9EA4-4A65-A281-97F994456D9F}" type="slidenum">
              <a:rPr lang="en-US" smtClean="0"/>
              <a:pPr/>
              <a:t>‹#›</a:t>
            </a:fld>
            <a:endParaRPr lang="en-US" dirty="0"/>
          </a:p>
        </p:txBody>
      </p:sp>
      <p:cxnSp>
        <p:nvCxnSpPr>
          <p:cNvPr id="3" name="Łącznik prosty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64032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Zawartość z obrazem 8">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rtlCol="0" anchor="t">
            <a:normAutofit/>
          </a:bodyPr>
          <a:lstStyle>
            <a:lvl1pPr>
              <a:defRPr sz="3600"/>
            </a:lvl1pPr>
          </a:lstStyle>
          <a:p>
            <a:pPr rtl="0"/>
            <a:r>
              <a:rPr lang="pl"/>
              <a:t>Kliknij, aby edytować styl wzorca tytułu</a:t>
            </a:r>
            <a:endParaRPr lang="en-US" dirty="0"/>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05685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Zawartość z obrazem 9">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rtlCol="0" anchor="t">
            <a:normAutofit/>
          </a:bodyPr>
          <a:lstStyle>
            <a:lvl1pPr>
              <a:defRPr sz="3600"/>
            </a:lvl1pPr>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Obraz — symbol zastępczy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8261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Zawartość z obrazem 10">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rtlCol="0" anchor="ctr">
            <a:normAutofit/>
          </a:bodyPr>
          <a:lstStyle>
            <a:lvl1pPr>
              <a:defRPr sz="3600"/>
            </a:lvl1pPr>
          </a:lstStyle>
          <a:p>
            <a:pPr rtl="0"/>
            <a:r>
              <a:rPr lang="pl"/>
              <a:t>Kliknij, aby edytować styl wzorca tytułu</a:t>
            </a:r>
            <a:endParaRPr lang="en-US" dirty="0"/>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46829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Zawartość z obrazem 11">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rtlCol="0" anchor="t"/>
          <a:lstStyle/>
          <a:p>
            <a:pPr rtl="0"/>
            <a:r>
              <a:rPr lang="pl"/>
              <a:t>Kliknij, aby edytować styl wzorca tytułu</a:t>
            </a:r>
            <a:endParaRPr lang="en-US" dirty="0"/>
          </a:p>
        </p:txBody>
      </p:sp>
      <p:sp>
        <p:nvSpPr>
          <p:cNvPr id="14" name="Obraz — symbol zastępczy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9" name="Stopka — symbol zastępczy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8980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Zawartość z obrazem 1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rtlCol="0" anchor="b"/>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3" name="Obraz — symbol zastępczy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10" name="Stopka — symbol zastępczy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rtlCol="0"/>
          <a:lstStyle/>
          <a:p>
            <a:pPr rtl="0"/>
            <a:r>
              <a:rPr lang="pl"/>
              <a:t>Przykładowy tekst stopki</a:t>
            </a:r>
          </a:p>
        </p:txBody>
      </p:sp>
      <p:sp>
        <p:nvSpPr>
          <p:cNvPr id="9" name="Data — symbol zastępczy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rtlCol="0"/>
          <a:lstStyle/>
          <a:p>
            <a:pPr rtl="0"/>
            <a:r>
              <a:rPr lang="en-US"/>
              <a:t>30/10/2025</a:t>
            </a:r>
            <a:endParaRPr lang="en-US" dirty="0"/>
          </a:p>
        </p:txBody>
      </p:sp>
      <p:sp>
        <p:nvSpPr>
          <p:cNvPr id="12" name="Numer slajdu — symbol zastępczy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4" name="Łącznik prosty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2893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Zawartość z obrazem 13">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rtlCol="0" anchor="t"/>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12" name="Obraz — symbol zastępczy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l"/>
              <a:t>   </a:t>
            </a:r>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82808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Zawartość z obrazem 1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rtlCol="0" anchor="t"/>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Obraz — symbol zastępczy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l"/>
              <a:t>   </a:t>
            </a:r>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41093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Zawartość z obrazem 15">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rtlCol="0" anchor="t"/>
          <a:lstStyle/>
          <a:p>
            <a:pPr rtl="0"/>
            <a:r>
              <a:rPr lang="pl"/>
              <a:t>Kliknij, aby edytować styl wzorca tytułu</a:t>
            </a:r>
          </a:p>
        </p:txBody>
      </p:sp>
      <p:sp>
        <p:nvSpPr>
          <p:cNvPr id="12" name="Obraz — symbol zastępczy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l"/>
              <a:t>   </a:t>
            </a:r>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26546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Zawartość z obrazem 16">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rtlCol="0" anchor="t"/>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rtlCol="0"/>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Stopka — symbol zastępczy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9" name="Numer slajdu — symbol zastępczy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5" name="Łącznik prosty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6171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Zawartość z obrazem 17">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rtlCol="0" anchor="t"/>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Obraz — symbol zastępczy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38642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Zawartość z obrazem 18">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9394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Zawartość z obrazem 19">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3844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uża liczb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rtlCol="0" anchor="b">
            <a:normAutofit/>
          </a:bodyPr>
          <a:lstStyle>
            <a:lvl1pPr algn="ctr">
              <a:lnSpc>
                <a:spcPct val="110000"/>
              </a:lnSpc>
              <a:defRPr sz="2600" b="1" i="0">
                <a:solidFill>
                  <a:schemeClr val="bg1"/>
                </a:solidFill>
                <a:latin typeface="+mn-lt"/>
              </a:defRPr>
            </a:lvl1pPr>
          </a:lstStyle>
          <a:p>
            <a:pPr rtl="0"/>
            <a:r>
              <a:rPr lang="pl"/>
              <a:t>Kliknij, aby edytować styl wzorca tytułu</a:t>
            </a:r>
          </a:p>
        </p:txBody>
      </p:sp>
      <p:sp>
        <p:nvSpPr>
          <p:cNvPr id="7" name="Zawartość — symbol zastępczy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rtlCol="0"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71547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iczba duża 2">
    <p:bg>
      <p:bgPr>
        <a:solidFill>
          <a:schemeClr val="bg2"/>
        </a:solidFill>
        <a:effectLst/>
      </p:bgPr>
    </p:bg>
    <p:spTree>
      <p:nvGrpSpPr>
        <p:cNvPr id="1" name=""/>
        <p:cNvGrpSpPr/>
        <p:nvPr/>
      </p:nvGrpSpPr>
      <p:grpSpPr>
        <a:xfrm>
          <a:off x="0" y="0"/>
          <a:ext cx="0" cy="0"/>
          <a:chOff x="0" y="0"/>
          <a:chExt cx="0" cy="0"/>
        </a:xfrm>
      </p:grpSpPr>
      <p:sp>
        <p:nvSpPr>
          <p:cNvPr id="10" name="Tytuł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rtlCol="0" anchor="b"/>
          <a:lstStyle>
            <a:lvl1pPr>
              <a:lnSpc>
                <a:spcPct val="110000"/>
              </a:lnSpc>
              <a:defRPr sz="2600" b="1">
                <a:solidFill>
                  <a:schemeClr val="accent1"/>
                </a:solidFill>
                <a:latin typeface="+mn-lt"/>
              </a:defRPr>
            </a:lvl1pPr>
          </a:lstStyle>
          <a:p>
            <a:pPr rtl="0"/>
            <a:r>
              <a:rPr lang="pl"/>
              <a:t>Kliknij, aby edytować styl wzorca tytułu</a:t>
            </a:r>
          </a:p>
        </p:txBody>
      </p:sp>
      <p:sp>
        <p:nvSpPr>
          <p:cNvPr id="9" name="Zawartość — symbol zastępczy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rtlCol="0"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r>
              <a:rPr lang="pl"/>
              <a:t>Przykładowy tekst stopki</a:t>
            </a: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5690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iczba duża 3">
    <p:bg>
      <p:bgPr>
        <a:solidFill>
          <a:schemeClr val="bg2"/>
        </a:solidFill>
        <a:effectLst/>
      </p:bgPr>
    </p:bg>
    <p:spTree>
      <p:nvGrpSpPr>
        <p:cNvPr id="1" name=""/>
        <p:cNvGrpSpPr/>
        <p:nvPr/>
      </p:nvGrpSpPr>
      <p:grpSpPr>
        <a:xfrm>
          <a:off x="0" y="0"/>
          <a:ext cx="0" cy="0"/>
          <a:chOff x="0" y="0"/>
          <a:chExt cx="0" cy="0"/>
        </a:xfrm>
      </p:grpSpPr>
      <p:sp>
        <p:nvSpPr>
          <p:cNvPr id="10" name="Tytuł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rtlCol="0" anchor="ctr"/>
          <a:lstStyle>
            <a:lvl1pPr>
              <a:lnSpc>
                <a:spcPct val="110000"/>
              </a:lnSpc>
              <a:defRPr sz="2600" b="1">
                <a:solidFill>
                  <a:schemeClr val="accent1"/>
                </a:solidFill>
                <a:latin typeface="+mn-lt"/>
              </a:defRPr>
            </a:lvl1pPr>
          </a:lstStyle>
          <a:p>
            <a:pPr rtl="0"/>
            <a:r>
              <a:rPr lang="pl"/>
              <a:t>Kliknij, aby edytować styl wzorca tytułu</a:t>
            </a:r>
          </a:p>
        </p:txBody>
      </p:sp>
      <p:sp>
        <p:nvSpPr>
          <p:cNvPr id="9" name="Zawartość — symbol zastępczy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rtlCol="0"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1938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uża liczba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Zawartość — symbol zastępczy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rtlCol="0"/>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ytuł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rtlCol="0"/>
          <a:lstStyle>
            <a:lvl1pPr>
              <a:lnSpc>
                <a:spcPct val="110000"/>
              </a:lnSpc>
              <a:defRPr sz="2800" b="1">
                <a:solidFill>
                  <a:schemeClr val="bg1"/>
                </a:solidFill>
                <a:latin typeface="+mn-lt"/>
              </a:defRPr>
            </a:lvl1pPr>
          </a:lstStyle>
          <a:p>
            <a:pPr rtl="0"/>
            <a:r>
              <a:rPr lang="pl"/>
              <a:t>Kliknij, aby edytować styl wzorca tytułu</a:t>
            </a:r>
          </a:p>
        </p:txBody>
      </p:sp>
    </p:spTree>
    <p:extLst>
      <p:ext uri="{BB962C8B-B14F-4D97-AF65-F5344CB8AC3E}">
        <p14:creationId xmlns:p14="http://schemas.microsoft.com/office/powerpoint/2010/main" val="117219798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wierdzeni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rtlCol="0"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88363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wierdzenie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rtlCol="0"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0653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wierdzenie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rtlCol="0"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06029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wierdzeni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98485"/>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rtlCol="0" anchor="b">
            <a:normAutofit/>
          </a:bodyPr>
          <a:lstStyle>
            <a:lvl1pPr>
              <a:lnSpc>
                <a:spcPct val="120000"/>
              </a:lnSpc>
              <a:defRPr sz="2000" b="1" i="0" spc="0">
                <a:solidFill>
                  <a:schemeClr val="accent1"/>
                </a:solidFill>
                <a:latin typeface="+mn-lt"/>
              </a:defRPr>
            </a:lvl1pPr>
          </a:lstStyle>
          <a:p>
            <a:pPr rtl="0"/>
            <a:r>
              <a:rPr lang="pl"/>
              <a:t>Autor cytatu</a:t>
            </a:r>
          </a:p>
        </p:txBody>
      </p:sp>
      <p:sp>
        <p:nvSpPr>
          <p:cNvPr id="7" name="Zawartość — symbol zastępczy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rtlCol="0"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rtl="0"/>
            <a:r>
              <a:rPr lang="pl"/>
              <a:t>Kliknij, aby dodać cytat</a:t>
            </a:r>
          </a:p>
        </p:txBody>
      </p:sp>
      <p:sp>
        <p:nvSpPr>
          <p:cNvPr id="4" name="Stopka — symbol zastępczy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4700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ytat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rtlCol="0" anchor="ctr">
            <a:normAutofit/>
          </a:bodyPr>
          <a:lstStyle>
            <a:lvl1pPr algn="r">
              <a:lnSpc>
                <a:spcPct val="120000"/>
              </a:lnSpc>
              <a:defRPr sz="2000" b="1" i="0" spc="0">
                <a:solidFill>
                  <a:schemeClr val="bg1"/>
                </a:solidFill>
                <a:latin typeface="+mn-lt"/>
              </a:defRPr>
            </a:lvl1pPr>
          </a:lstStyle>
          <a:p>
            <a:pPr rtl="0"/>
            <a:r>
              <a:rPr lang="pl"/>
              <a:t>Autor cytatu</a:t>
            </a:r>
          </a:p>
        </p:txBody>
      </p:sp>
      <p:sp>
        <p:nvSpPr>
          <p:cNvPr id="7" name="Zawartość — symbol zastępczy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rtlCol="0"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rtl="0"/>
            <a:r>
              <a:rPr lang="pl"/>
              <a:t>Kliknij, aby dodać cytat</a:t>
            </a:r>
          </a:p>
        </p:txBody>
      </p:sp>
      <p:sp>
        <p:nvSpPr>
          <p:cNvPr id="4" name="Stopka — symbol zastępczy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03056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ytat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rtlCol="0" anchor="b">
            <a:normAutofit/>
          </a:bodyPr>
          <a:lstStyle>
            <a:lvl1pPr algn="r">
              <a:lnSpc>
                <a:spcPct val="120000"/>
              </a:lnSpc>
              <a:defRPr sz="2000" b="1" i="0" spc="0">
                <a:solidFill>
                  <a:schemeClr val="accent1"/>
                </a:solidFill>
                <a:latin typeface="+mn-lt"/>
              </a:defRPr>
            </a:lvl1pPr>
          </a:lstStyle>
          <a:p>
            <a:pPr rtl="0"/>
            <a:r>
              <a:rPr lang="pl"/>
              <a:t>Autor cytatu</a:t>
            </a:r>
          </a:p>
        </p:txBody>
      </p:sp>
      <p:sp>
        <p:nvSpPr>
          <p:cNvPr id="7" name="Zawartość — symbol zastępczy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rtlCol="0"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rtl="0"/>
            <a:r>
              <a:rPr lang="pl"/>
              <a:t>Kliknij, aby dodać cytat</a:t>
            </a:r>
          </a:p>
        </p:txBody>
      </p:sp>
      <p:sp>
        <p:nvSpPr>
          <p:cNvPr id="4" name="Stopka — symbol zastępczy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07212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odsumowani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rtlCol="0" anchor="b">
            <a:normAutofit/>
          </a:bodyPr>
          <a:lstStyle>
            <a:lvl1pPr>
              <a:defRPr sz="7200">
                <a:solidFill>
                  <a:schemeClr val="tx1"/>
                </a:solidFill>
              </a:defRPr>
            </a:lvl1pPr>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rtlCol="0"/>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a:t>
            </a:fld>
            <a:endParaRPr lang="en-US" dirty="0"/>
          </a:p>
        </p:txBody>
      </p:sp>
      <p:cxnSp>
        <p:nvCxnSpPr>
          <p:cNvPr id="3" name="Łącznik prosty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45296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odsumowani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rtlCol="0" anchor="b">
            <a:noAutofit/>
          </a:bodyPr>
          <a:lstStyle>
            <a:lvl1pPr>
              <a:defRPr sz="7200">
                <a:solidFill>
                  <a:schemeClr val="bg1"/>
                </a:solidFill>
              </a:defRPr>
            </a:lvl1pPr>
          </a:lstStyle>
          <a:p>
            <a:pPr rtl="0"/>
            <a:r>
              <a:rPr lang="pl"/>
              <a:t>Kliknij, aby edytować styl wzorca tytułu</a:t>
            </a:r>
          </a:p>
        </p:txBody>
      </p:sp>
      <p:sp>
        <p:nvSpPr>
          <p:cNvPr id="7" name="Zawartość — symbol zastępczy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rtlCol="0">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3" name="Łącznik prosty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1505488"/>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rtlCol="0" anchor="t"/>
          <a:lstStyle/>
          <a:p>
            <a:pPr rtl="0"/>
            <a:r>
              <a:rPr lang="pl"/>
              <a:t>Kliknij, aby edytować styl wzorca tytułu</a:t>
            </a:r>
            <a:endParaRPr lang="en-US" dirty="0"/>
          </a:p>
        </p:txBody>
      </p:sp>
      <p:sp>
        <p:nvSpPr>
          <p:cNvPr id="4" name="Zawartość — symbol zastępczy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10" name="Zawartość — symbol zastępczy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8198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rtlCol="0" anchor="t"/>
          <a:lstStyle/>
          <a:p>
            <a:pPr rtl="0"/>
            <a:r>
              <a:rPr lang="pl"/>
              <a:t>Kliknij, aby edytować styl wzorca tytułu</a:t>
            </a:r>
            <a:endParaRPr lang="en-US" dirty="0"/>
          </a:p>
        </p:txBody>
      </p:sp>
      <p:sp>
        <p:nvSpPr>
          <p:cNvPr id="3" name="Tekst — symbol zastępczy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
              <a:t>Kliknij, aby edytować style wzorców tekstu</a:t>
            </a:r>
          </a:p>
        </p:txBody>
      </p:sp>
      <p:sp>
        <p:nvSpPr>
          <p:cNvPr id="6" name="Zawartość — symbol zastępczy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Tekst — symbol zastępczy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
              <a:t>Kliknij, aby edytować style wzorców tekstu</a:t>
            </a:r>
          </a:p>
        </p:txBody>
      </p:sp>
      <p:sp>
        <p:nvSpPr>
          <p:cNvPr id="12" name="Zawartość — symbol zastępczy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8" name="Stopka — symbol zastępczy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pl"/>
              <a:t>Przykładowy tekst stopki</a:t>
            </a:r>
          </a:p>
        </p:txBody>
      </p:sp>
      <p:sp>
        <p:nvSpPr>
          <p:cNvPr id="7" name="Data — symbol zastępczy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9" name="Numer slajdu — symbol zastępczy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4" name="Łącznik prosty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529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rtlCol="0" anchor="t"/>
          <a:lstStyle/>
          <a:p>
            <a:pPr rtl="0"/>
            <a:r>
              <a:rPr lang="pl"/>
              <a:t>Kliknij, aby edytować styl wzorca tytułu</a:t>
            </a:r>
            <a:endParaRPr lang="en-US" dirty="0"/>
          </a:p>
        </p:txBody>
      </p:sp>
      <p:sp>
        <p:nvSpPr>
          <p:cNvPr id="4" name="Stopka — symbol zastępczy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1096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3" name="Stopka — symbol zastępczy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pl"/>
              <a:t>Przykładowy tekst stopki</a:t>
            </a:r>
          </a:p>
        </p:txBody>
      </p:sp>
      <p:sp>
        <p:nvSpPr>
          <p:cNvPr id="2" name="Data — symbol zastępczy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4" name="Numer slajdu — symbol zastępczy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5" name="Łącznik prosty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86574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rtlCol="0" anchor="t">
            <a:normAutofit/>
          </a:bodyPr>
          <a:lstStyle>
            <a:lvl1pPr>
              <a:defRPr sz="3600"/>
            </a:lvl1pPr>
          </a:lstStyle>
          <a:p>
            <a:pPr rtl="0"/>
            <a:r>
              <a:rPr lang="pl"/>
              <a:t>Kliknij, aby edytować styl wzorca tytułu</a:t>
            </a:r>
            <a:endParaRPr lang="en-US" dirty="0"/>
          </a:p>
        </p:txBody>
      </p:sp>
      <p:sp>
        <p:nvSpPr>
          <p:cNvPr id="4" name="Tekst — symbol zastępczy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l"/>
              <a:t>Kliknij, aby edytować style wzorców tekstu</a:t>
            </a:r>
          </a:p>
        </p:txBody>
      </p:sp>
      <p:sp>
        <p:nvSpPr>
          <p:cNvPr id="3" name="Zawartość — symbol zastępczy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8" name="Łącznik prosty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48627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rtlCol="0" anchor="t">
            <a:normAutofit/>
          </a:bodyPr>
          <a:lstStyle>
            <a:lvl1pPr>
              <a:defRPr sz="3600"/>
            </a:lvl1pPr>
          </a:lstStyle>
          <a:p>
            <a:pPr rtl="0"/>
            <a:r>
              <a:rPr lang="pl"/>
              <a:t>Kliknij, aby edytować styl wzorca tytułu</a:t>
            </a:r>
            <a:endParaRPr lang="en-US" dirty="0"/>
          </a:p>
        </p:txBody>
      </p:sp>
      <p:sp>
        <p:nvSpPr>
          <p:cNvPr id="4" name="Tekst — symbol zastępczy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l"/>
              <a:t>Kliknij, aby edytować style wzorców tekstu</a:t>
            </a:r>
          </a:p>
        </p:txBody>
      </p:sp>
      <p:sp>
        <p:nvSpPr>
          <p:cNvPr id="3" name="Obraz — symbol zastępczy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l"/>
              <a:t>   </a:t>
            </a:r>
          </a:p>
        </p:txBody>
      </p:sp>
      <p:sp>
        <p:nvSpPr>
          <p:cNvPr id="6" name="Stopka — symbol zastępczy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8" name="Łącznik prosty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75051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pPr rtl="0"/>
            <a:r>
              <a:rPr lang="pl"/>
              <a:t>Kliknij, aby edytować styl wzorca tytułu</a:t>
            </a:r>
          </a:p>
        </p:txBody>
      </p:sp>
      <p:sp>
        <p:nvSpPr>
          <p:cNvPr id="3" name="Tekst — symbol zastępczy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4" name="Data — symbol zastępczy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pPr rtl="0"/>
            <a:r>
              <a:rPr lang="en-US"/>
              <a:t>30/10/2025</a:t>
            </a:r>
            <a:endParaRPr lang="en-US" dirty="0"/>
          </a:p>
        </p:txBody>
      </p:sp>
      <p:sp>
        <p:nvSpPr>
          <p:cNvPr id="5" name="Stopka — symbol zastępczy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pPr rtl="0"/>
            <a:r>
              <a:rPr lang="pl"/>
              <a:t>Przykładowy tekst stopki</a:t>
            </a:r>
            <a:endParaRPr lang="en-US" dirty="0"/>
          </a:p>
        </p:txBody>
      </p:sp>
      <p:sp>
        <p:nvSpPr>
          <p:cNvPr id="6" name="Numer slajdu — symbol zastępczy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pPr rtl="0"/>
            <a:fld id="{AEAA3239-9EA4-4A65-A281-97F994456D9F}" type="slidenum">
              <a:rPr lang="en-US" smtClean="0"/>
              <a:pPr/>
              <a:t>‹#›</a:t>
            </a:fld>
            <a:endParaRPr lang="en-US" dirty="0"/>
          </a:p>
        </p:txBody>
      </p:sp>
    </p:spTree>
    <p:extLst>
      <p:ext uri="{BB962C8B-B14F-4D97-AF65-F5344CB8AC3E}">
        <p14:creationId xmlns:p14="http://schemas.microsoft.com/office/powerpoint/2010/main" val="10399117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51.xml"/><Relationship Id="rId4" Type="http://schemas.openxmlformats.org/officeDocument/2006/relationships/image" Target="../media/image26.sv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51.xml"/><Relationship Id="rId4" Type="http://schemas.openxmlformats.org/officeDocument/2006/relationships/image" Target="../media/image26.sv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51.xml"/><Relationship Id="rId4" Type="http://schemas.openxmlformats.org/officeDocument/2006/relationships/image" Target="../media/image26.sv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51.xml"/><Relationship Id="rId4"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3F81B2DE-F00E-4F94-B912-5A12B07EBEC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Symbol zastępczy zawartości 6" descr="A high-resolution image of a modern workshop environment featuring organized workbenches, welding equipment, safety gear such as helmets and gloves, and bright, even lighting. The scene should convey professionalism, readiness, and safety awareness, with clear space in the center for overlay text. No visible or implied text, letters, or words should appear anywhere in the image">
            <a:extLst>
              <a:ext uri="{FF2B5EF4-FFF2-40B4-BE49-F238E27FC236}">
                <a16:creationId xmlns:a16="http://schemas.microsoft.com/office/drawing/2014/main" id="{CBDD2A3D-5A26-43A1-959F-A28D6EA7FD49}"/>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Symbol zastępczy numeru slajdu 4">
            <a:extLst>
              <a:ext uri="{FF2B5EF4-FFF2-40B4-BE49-F238E27FC236}">
                <a16:creationId xmlns:a16="http://schemas.microsoft.com/office/drawing/2014/main" id="{D09B51F7-F7E4-EEF2-2B98-8CBBAB42E22E}"/>
              </a:ext>
            </a:extLst>
          </p:cNvPr>
          <p:cNvSpPr>
            <a:spLocks noGrp="1"/>
          </p:cNvSpPr>
          <p:nvPr>
            <p:ph type="sldNum" sz="quarter" idx="12"/>
          </p:nvPr>
        </p:nvSpPr>
        <p:spPr/>
        <p:txBody>
          <a:bodyPr/>
          <a:lstStyle/>
          <a:p>
            <a:pPr rtl="0"/>
            <a:fld id="{AEAA3239-9EA4-4A65-A281-97F994456D9F}" type="slidenum">
              <a:rPr lang="en-US" smtClean="0"/>
              <a:t>1</a:t>
            </a:fld>
            <a:endParaRPr lang="en-US" dirty="0"/>
          </a:p>
        </p:txBody>
      </p:sp>
      <p:sp>
        <p:nvSpPr>
          <p:cNvPr id="8" name="pole tekstowe 7">
            <a:extLst>
              <a:ext uri="{FF2B5EF4-FFF2-40B4-BE49-F238E27FC236}">
                <a16:creationId xmlns:a16="http://schemas.microsoft.com/office/drawing/2014/main" id="{222B9438-0A76-4B1C-83CB-B63510AC0EA9}"/>
              </a:ext>
            </a:extLst>
          </p:cNvPr>
          <p:cNvSpPr txBox="1"/>
          <p:nvPr/>
        </p:nvSpPr>
        <p:spPr>
          <a:xfrm>
            <a:off x="619125" y="757386"/>
            <a:ext cx="4391025" cy="2681882"/>
          </a:xfrm>
          <a:prstGeom prst="rect">
            <a:avLst/>
          </a:prstGeom>
          <a:noFill/>
        </p:spPr>
        <p:txBody>
          <a:bodyPr wrap="square" rtlCol="0">
            <a:normAutofit fontScale="92500" lnSpcReduction="20000"/>
          </a:bodyPr>
          <a:lstStyle/>
          <a:p>
            <a:r>
              <a:rPr lang="en-US" b="1" dirty="0">
                <a:latin typeface="Times New Roman" panose="02020603050405020304" pitchFamily="18" charset="0"/>
                <a:cs typeface="Times New Roman" panose="02020603050405020304" pitchFamily="18" charset="0"/>
              </a:rPr>
              <a:t>English for Welders Course</a:t>
            </a:r>
            <a:endParaRPr lang="pl-PL" b="1" dirty="0">
              <a:latin typeface="Times New Roman" panose="02020603050405020304" pitchFamily="18" charset="0"/>
              <a:cs typeface="Times New Roman" panose="02020603050405020304" pitchFamily="18" charset="0"/>
            </a:endParaRPr>
          </a:p>
          <a:p>
            <a:endParaRPr lang="pl-PL" b="1" dirty="0">
              <a:latin typeface="Times New Roman" panose="02020603050405020304" pitchFamily="18" charset="0"/>
              <a:cs typeface="Times New Roman" panose="02020603050405020304" pitchFamily="18" charset="0"/>
            </a:endParaRPr>
          </a:p>
          <a:p>
            <a:r>
              <a:rPr lang="pl-PL" b="1" dirty="0">
                <a:latin typeface="Times New Roman" panose="02020603050405020304" pitchFamily="18" charset="0"/>
                <a:cs typeface="Times New Roman" panose="02020603050405020304" pitchFamily="18" charset="0"/>
              </a:rPr>
              <a:t>Course Curriculum </a:t>
            </a:r>
            <a:endParaRPr lang="en-US" b="1"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Total Lessons:</a:t>
            </a:r>
            <a:r>
              <a:rPr lang="en-US" dirty="0">
                <a:latin typeface="Times New Roman" panose="02020603050405020304" pitchFamily="18" charset="0"/>
                <a:cs typeface="Times New Roman" panose="02020603050405020304" pitchFamily="18" charset="0"/>
              </a:rPr>
              <a:t> 20</a:t>
            </a:r>
            <a:endParaRPr lang="pl-PL"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Author:</a:t>
            </a:r>
            <a:r>
              <a:rPr lang="en-US" dirty="0">
                <a:latin typeface="Times New Roman" panose="02020603050405020304" pitchFamily="18" charset="0"/>
                <a:cs typeface="Times New Roman" panose="02020603050405020304" pitchFamily="18" charset="0"/>
              </a:rPr>
              <a:t> Aleksandra Giebień</a:t>
            </a:r>
            <a:endParaRPr lang="pl-PL"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Target Audience:</a:t>
            </a:r>
            <a:r>
              <a:rPr lang="en-US" dirty="0">
                <a:latin typeface="Times New Roman" panose="02020603050405020304" pitchFamily="18" charset="0"/>
                <a:cs typeface="Times New Roman" panose="02020603050405020304" pitchFamily="18" charset="0"/>
              </a:rPr>
              <a:t> Job seekers and unemployed individuals looking to enter the welding industry.</a:t>
            </a:r>
          </a:p>
        </p:txBody>
      </p:sp>
      <p:sp>
        <p:nvSpPr>
          <p:cNvPr id="9" name="pole tekstowe 8">
            <a:extLst>
              <a:ext uri="{FF2B5EF4-FFF2-40B4-BE49-F238E27FC236}">
                <a16:creationId xmlns:a16="http://schemas.microsoft.com/office/drawing/2014/main" id="{E1C49464-8B91-4563-A4BE-47F7CBE1E357}"/>
              </a:ext>
            </a:extLst>
          </p:cNvPr>
          <p:cNvSpPr txBox="1"/>
          <p:nvPr/>
        </p:nvSpPr>
        <p:spPr>
          <a:xfrm>
            <a:off x="619125" y="5696991"/>
            <a:ext cx="4391025" cy="594121"/>
          </a:xfrm>
          <a:prstGeom prst="rect">
            <a:avLst/>
          </a:prstGeom>
          <a:noFill/>
        </p:spPr>
        <p:txBody>
          <a:bodyPr wrap="square" rtlCol="0">
            <a:normAutofit/>
          </a:bodyPr>
          <a:lstStyle/>
          <a:p>
            <a:pPr marL="0" algn="l">
              <a:buNone/>
            </a:pPr>
            <a:endParaRPr lang="pl-PL" dirty="0"/>
          </a:p>
        </p:txBody>
      </p:sp>
    </p:spTree>
    <p:extLst>
      <p:ext uri="{BB962C8B-B14F-4D97-AF65-F5344CB8AC3E}">
        <p14:creationId xmlns:p14="http://schemas.microsoft.com/office/powerpoint/2010/main" val="30793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B7167754-AE04-4528-84D8-3EA7EFABD0A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CA61A05D-83CF-C227-3DEA-060B35E27F38}"/>
              </a:ext>
            </a:extLst>
          </p:cNvPr>
          <p:cNvSpPr>
            <a:spLocks noGrp="1"/>
          </p:cNvSpPr>
          <p:nvPr>
            <p:ph sz="quarter" idx="16"/>
          </p:nvPr>
        </p:nvSpPr>
        <p:spPr>
          <a:xfrm>
            <a:off x="436789" y="1215117"/>
            <a:ext cx="10534650" cy="2419350"/>
          </a:xfrm>
        </p:spPr>
        <p:txBody>
          <a:bodyPr>
            <a:normAutofit fontScale="25000" lnSpcReduction="20000"/>
          </a:bodyPr>
          <a:lstStyle/>
          <a:p>
            <a:pPr marL="0" indent="0">
              <a:buNone/>
            </a:pPr>
            <a:r>
              <a:rPr lang="en-US" sz="8000" b="1" dirty="0">
                <a:latin typeface="Times New Roman" panose="02020603050405020304" pitchFamily="18" charset="0"/>
                <a:cs typeface="Times New Roman" panose="02020603050405020304" pitchFamily="18" charset="0"/>
              </a:rPr>
              <a:t>I. Health, Safety &amp; Equipment Foundations</a:t>
            </a:r>
            <a:endParaRPr lang="pl-PL" sz="8000" b="1" dirty="0">
              <a:latin typeface="Times New Roman" panose="02020603050405020304" pitchFamily="18" charset="0"/>
              <a:cs typeface="Times New Roman" panose="02020603050405020304" pitchFamily="18" charset="0"/>
            </a:endParaRPr>
          </a:p>
          <a:p>
            <a:endParaRPr lang="en-US" sz="8000" b="1" dirty="0">
              <a:latin typeface="Times New Roman" panose="02020603050405020304" pitchFamily="18" charset="0"/>
              <a:cs typeface="Times New Roman" panose="02020603050405020304" pitchFamily="18" charset="0"/>
            </a:endParaRPr>
          </a:p>
          <a:p>
            <a:pPr marL="0" indent="0" fontAlgn="base">
              <a:buNone/>
            </a:pPr>
            <a:r>
              <a:rPr lang="pl-PL" sz="8000" b="1" dirty="0">
                <a:latin typeface="Times New Roman" panose="02020603050405020304" pitchFamily="18" charset="0"/>
                <a:cs typeface="Times New Roman" panose="02020603050405020304" pitchFamily="18" charset="0"/>
              </a:rPr>
              <a:t>1) </a:t>
            </a:r>
            <a:r>
              <a:rPr lang="en-US" sz="8000" b="1" dirty="0">
                <a:latin typeface="Times New Roman" panose="02020603050405020304" pitchFamily="18" charset="0"/>
                <a:cs typeface="Times New Roman" panose="02020603050405020304" pitchFamily="18" charset="0"/>
              </a:rPr>
              <a:t>Health and Safety (HSE) Basics</a:t>
            </a:r>
            <a:r>
              <a:rPr lang="en-US" sz="8000" dirty="0">
                <a:latin typeface="Times New Roman" panose="02020603050405020304" pitchFamily="18" charset="0"/>
                <a:cs typeface="Times New Roman" panose="02020603050405020304" pitchFamily="18" charset="0"/>
              </a:rPr>
              <a:t>: Key safety vocabulary, workshop warning signs, and rules for working safely with electricity and high-pressure gases.</a:t>
            </a:r>
            <a:endParaRPr lang="pl-PL" sz="8000" dirty="0">
              <a:latin typeface="Times New Roman" panose="02020603050405020304" pitchFamily="18" charset="0"/>
              <a:cs typeface="Times New Roman" panose="02020603050405020304" pitchFamily="18" charset="0"/>
            </a:endParaRPr>
          </a:p>
          <a:p>
            <a:pPr fontAlgn="base"/>
            <a:endParaRPr lang="en-US" sz="8000" dirty="0">
              <a:latin typeface="Times New Roman" panose="02020603050405020304" pitchFamily="18" charset="0"/>
              <a:cs typeface="Times New Roman" panose="02020603050405020304" pitchFamily="18" charset="0"/>
            </a:endParaRPr>
          </a:p>
          <a:p>
            <a:pPr marL="0" indent="0" fontAlgn="base">
              <a:buNone/>
            </a:pPr>
            <a:r>
              <a:rPr lang="pl-PL" sz="8000" b="1" dirty="0">
                <a:latin typeface="Times New Roman" panose="02020603050405020304" pitchFamily="18" charset="0"/>
                <a:cs typeface="Times New Roman" panose="02020603050405020304" pitchFamily="18" charset="0"/>
              </a:rPr>
              <a:t>2) </a:t>
            </a:r>
            <a:r>
              <a:rPr lang="en-US" sz="8000" b="1" dirty="0">
                <a:latin typeface="Times New Roman" panose="02020603050405020304" pitchFamily="18" charset="0"/>
                <a:cs typeface="Times New Roman" panose="02020603050405020304" pitchFamily="18" charset="0"/>
              </a:rPr>
              <a:t>Protective Clothing (PPE)</a:t>
            </a:r>
            <a:r>
              <a:rPr lang="en-US" sz="8000" dirty="0">
                <a:latin typeface="Times New Roman" panose="02020603050405020304" pitchFamily="18" charset="0"/>
                <a:cs typeface="Times New Roman" panose="02020603050405020304" pitchFamily="18" charset="0"/>
              </a:rPr>
              <a:t>: English terminology for personal protective equipment: welding helmets, leather gloves, aprons, and steel-toed boots.</a:t>
            </a:r>
            <a:endParaRPr lang="pl-PL" sz="8000" dirty="0">
              <a:latin typeface="Times New Roman" panose="02020603050405020304" pitchFamily="18" charset="0"/>
              <a:cs typeface="Times New Roman" panose="02020603050405020304" pitchFamily="18" charset="0"/>
            </a:endParaRPr>
          </a:p>
          <a:p>
            <a:pPr marL="0" indent="0" fontAlgn="base">
              <a:buNone/>
            </a:pPr>
            <a:endParaRPr lang="pl-PL" sz="8000" dirty="0">
              <a:latin typeface="Times New Roman" panose="02020603050405020304" pitchFamily="18" charset="0"/>
              <a:cs typeface="Times New Roman" panose="02020603050405020304" pitchFamily="18" charset="0"/>
            </a:endParaRPr>
          </a:p>
          <a:p>
            <a:pPr marL="0" indent="0" fontAlgn="base">
              <a:buNone/>
            </a:pPr>
            <a:r>
              <a:rPr lang="pl-PL" sz="8000" b="1" dirty="0">
                <a:latin typeface="Times New Roman" panose="02020603050405020304" pitchFamily="18" charset="0"/>
                <a:cs typeface="Times New Roman" panose="02020603050405020304" pitchFamily="18" charset="0"/>
              </a:rPr>
              <a:t>3) </a:t>
            </a:r>
            <a:r>
              <a:rPr lang="en-US" sz="8000" b="1" dirty="0">
                <a:latin typeface="Times New Roman" panose="02020603050405020304" pitchFamily="18" charset="0"/>
                <a:cs typeface="Times New Roman" panose="02020603050405020304" pitchFamily="18" charset="0"/>
              </a:rPr>
              <a:t>Welding Station &amp; Industry Standards</a:t>
            </a:r>
            <a:r>
              <a:rPr lang="en-US" sz="8000" dirty="0">
                <a:latin typeface="Times New Roman" panose="02020603050405020304" pitchFamily="18" charset="0"/>
                <a:cs typeface="Times New Roman" panose="02020603050405020304" pitchFamily="18" charset="0"/>
              </a:rPr>
              <a:t>: Workshop layout names, ventilation systems, and understanding welding as a "Special Process" requiring expert supervision.</a:t>
            </a:r>
          </a:p>
          <a:p>
            <a:pPr marL="0" indent="0">
              <a:buNone/>
            </a:pPr>
            <a:endParaRPr lang="pl-PL" dirty="0"/>
          </a:p>
        </p:txBody>
      </p:sp>
      <p:sp>
        <p:nvSpPr>
          <p:cNvPr id="5" name="Symbol zastępczy numeru slajdu 4">
            <a:extLst>
              <a:ext uri="{FF2B5EF4-FFF2-40B4-BE49-F238E27FC236}">
                <a16:creationId xmlns:a16="http://schemas.microsoft.com/office/drawing/2014/main" id="{22D44C1D-2964-35CF-3476-7193CA174A01}"/>
              </a:ext>
            </a:extLst>
          </p:cNvPr>
          <p:cNvSpPr>
            <a:spLocks noGrp="1"/>
          </p:cNvSpPr>
          <p:nvPr>
            <p:ph type="sldNum" sz="quarter" idx="12"/>
          </p:nvPr>
        </p:nvSpPr>
        <p:spPr/>
        <p:txBody>
          <a:bodyPr/>
          <a:lstStyle/>
          <a:p>
            <a:pPr rtl="0"/>
            <a:fld id="{AEAA3239-9EA4-4A65-A281-97F994456D9F}" type="slidenum">
              <a:rPr lang="en-US" smtClean="0"/>
              <a:t>2</a:t>
            </a:fld>
            <a:endParaRPr lang="en-US" dirty="0"/>
          </a:p>
        </p:txBody>
      </p:sp>
    </p:spTree>
    <p:extLst>
      <p:ext uri="{BB962C8B-B14F-4D97-AF65-F5344CB8AC3E}">
        <p14:creationId xmlns:p14="http://schemas.microsoft.com/office/powerpoint/2010/main" val="3666372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9F5B4-8DA5-A063-0584-5FD3340C8D2A}"/>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4C675F48-B067-1CB0-E4B4-9BE53C2B332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94773414-87EA-698E-C925-43082744DAB6}"/>
              </a:ext>
            </a:extLst>
          </p:cNvPr>
          <p:cNvSpPr>
            <a:spLocks noGrp="1"/>
          </p:cNvSpPr>
          <p:nvPr>
            <p:ph sz="quarter" idx="16"/>
          </p:nvPr>
        </p:nvSpPr>
        <p:spPr>
          <a:xfrm>
            <a:off x="436789" y="1215117"/>
            <a:ext cx="10534650" cy="2419350"/>
          </a:xfrm>
        </p:spPr>
        <p:txBody>
          <a:bodyPr>
            <a:normAutofit fontScale="25000" lnSpcReduction="20000"/>
          </a:bodyPr>
          <a:lstStyle/>
          <a:p>
            <a:pPr marL="0" indent="0">
              <a:buNone/>
            </a:pPr>
            <a:r>
              <a:rPr lang="en-US" sz="8000" b="1" dirty="0">
                <a:latin typeface="Times New Roman" panose="02020603050405020304" pitchFamily="18" charset="0"/>
                <a:cs typeface="Times New Roman" panose="02020603050405020304" pitchFamily="18" charset="0"/>
              </a:rPr>
              <a:t>II. MIG/MAG Methods </a:t>
            </a:r>
            <a:endParaRPr lang="pl-PL" sz="8000" b="1" dirty="0">
              <a:latin typeface="Times New Roman" panose="02020603050405020304" pitchFamily="18" charset="0"/>
              <a:cs typeface="Times New Roman" panose="02020603050405020304" pitchFamily="18" charset="0"/>
            </a:endParaRPr>
          </a:p>
          <a:p>
            <a:pPr marL="0" indent="0">
              <a:buNone/>
            </a:pPr>
            <a:endParaRPr lang="en-US" sz="8000" b="1" dirty="0">
              <a:latin typeface="Times New Roman" panose="02020603050405020304" pitchFamily="18" charset="0"/>
              <a:cs typeface="Times New Roman" panose="02020603050405020304" pitchFamily="18" charset="0"/>
            </a:endParaRPr>
          </a:p>
          <a:p>
            <a:pPr marL="0" indent="0" fontAlgn="base">
              <a:buNone/>
            </a:pPr>
            <a:r>
              <a:rPr lang="pl-PL" sz="8000" b="1" dirty="0">
                <a:latin typeface="Times New Roman" panose="02020603050405020304" pitchFamily="18" charset="0"/>
                <a:cs typeface="Times New Roman" panose="02020603050405020304" pitchFamily="18" charset="0"/>
              </a:rPr>
              <a:t>4) </a:t>
            </a:r>
            <a:r>
              <a:rPr lang="en-US" sz="8000" b="1" dirty="0">
                <a:latin typeface="Times New Roman" panose="02020603050405020304" pitchFamily="18" charset="0"/>
                <a:cs typeface="Times New Roman" panose="02020603050405020304" pitchFamily="18" charset="0"/>
              </a:rPr>
              <a:t>MIG/MAG Equipment </a:t>
            </a:r>
            <a:r>
              <a:rPr lang="pl-PL" sz="8000" b="1" dirty="0">
                <a:latin typeface="Times New Roman" panose="02020603050405020304" pitchFamily="18" charset="0"/>
                <a:cs typeface="Times New Roman" panose="02020603050405020304" pitchFamily="18" charset="0"/>
              </a:rPr>
              <a:t>and</a:t>
            </a:r>
            <a:r>
              <a:rPr lang="en-US" sz="8000" b="1" dirty="0">
                <a:latin typeface="Times New Roman" panose="02020603050405020304" pitchFamily="18" charset="0"/>
                <a:cs typeface="Times New Roman" panose="02020603050405020304" pitchFamily="18" charset="0"/>
              </a:rPr>
              <a:t> Setup</a:t>
            </a:r>
            <a:r>
              <a:rPr lang="en-US" sz="8000" dirty="0">
                <a:latin typeface="Times New Roman" panose="02020603050405020304" pitchFamily="18" charset="0"/>
                <a:cs typeface="Times New Roman" panose="02020603050405020304" pitchFamily="18" charset="0"/>
              </a:rPr>
              <a:t>: Machine components, filler wire types, and shielding gases (Argon,</a:t>
            </a:r>
            <a:r>
              <a:rPr lang="pl-PL" sz="8000" dirty="0">
                <a:latin typeface="Times New Roman" panose="02020603050405020304" pitchFamily="18" charset="0"/>
                <a:cs typeface="Times New Roman" panose="02020603050405020304" pitchFamily="18" charset="0"/>
              </a:rPr>
              <a:t> </a:t>
            </a:r>
            <a:r>
              <a:rPr lang="en-US" sz="8000" dirty="0">
                <a:latin typeface="Times New Roman" panose="02020603050405020304" pitchFamily="18" charset="0"/>
                <a:cs typeface="Times New Roman" panose="02020603050405020304" pitchFamily="18" charset="0"/>
              </a:rPr>
              <a:t>CO 2, and mixtures).</a:t>
            </a:r>
            <a:endParaRPr lang="pl-PL" sz="8000" dirty="0">
              <a:latin typeface="Times New Roman" panose="02020603050405020304" pitchFamily="18" charset="0"/>
              <a:cs typeface="Times New Roman" panose="02020603050405020304" pitchFamily="18" charset="0"/>
            </a:endParaRPr>
          </a:p>
          <a:p>
            <a:pPr marL="0" indent="0" fontAlgn="base">
              <a:buNone/>
            </a:pPr>
            <a:endParaRPr lang="en-US" sz="8000" dirty="0">
              <a:latin typeface="Times New Roman" panose="02020603050405020304" pitchFamily="18" charset="0"/>
              <a:cs typeface="Times New Roman" panose="02020603050405020304" pitchFamily="18" charset="0"/>
            </a:endParaRPr>
          </a:p>
          <a:p>
            <a:pPr marL="0" indent="0" fontAlgn="base">
              <a:buNone/>
            </a:pPr>
            <a:r>
              <a:rPr lang="pl-PL" sz="8000" b="1" dirty="0">
                <a:latin typeface="Times New Roman" panose="02020603050405020304" pitchFamily="18" charset="0"/>
                <a:cs typeface="Times New Roman" panose="02020603050405020304" pitchFamily="18" charset="0"/>
              </a:rPr>
              <a:t>5) </a:t>
            </a:r>
            <a:r>
              <a:rPr lang="en-US" sz="8000" b="1" dirty="0">
                <a:latin typeface="Times New Roman" panose="02020603050405020304" pitchFamily="18" charset="0"/>
                <a:cs typeface="Times New Roman" panose="02020603050405020304" pitchFamily="18" charset="0"/>
              </a:rPr>
              <a:t>The Three Core Elements</a:t>
            </a:r>
            <a:r>
              <a:rPr lang="en-US" sz="8000" dirty="0">
                <a:latin typeface="Times New Roman" panose="02020603050405020304" pitchFamily="18" charset="0"/>
                <a:cs typeface="Times New Roman" panose="02020603050405020304" pitchFamily="18" charset="0"/>
              </a:rPr>
              <a:t>: Overview of the foundational principles from the technical guide: Distance, Angle, and Movement.</a:t>
            </a:r>
            <a:endParaRPr lang="pl-PL" sz="8000" dirty="0">
              <a:latin typeface="Times New Roman" panose="02020603050405020304" pitchFamily="18" charset="0"/>
              <a:cs typeface="Times New Roman" panose="02020603050405020304" pitchFamily="18" charset="0"/>
            </a:endParaRPr>
          </a:p>
          <a:p>
            <a:pPr marL="0" indent="0" fontAlgn="base">
              <a:buNone/>
            </a:pPr>
            <a:endParaRPr lang="en-US" sz="8000" dirty="0">
              <a:latin typeface="Times New Roman" panose="02020603050405020304" pitchFamily="18" charset="0"/>
              <a:cs typeface="Times New Roman" panose="02020603050405020304" pitchFamily="18" charset="0"/>
            </a:endParaRPr>
          </a:p>
          <a:p>
            <a:pPr marL="0" indent="0" fontAlgn="base">
              <a:buNone/>
            </a:pPr>
            <a:r>
              <a:rPr lang="pl-PL" sz="8000" b="1" dirty="0">
                <a:latin typeface="Times New Roman" panose="02020603050405020304" pitchFamily="18" charset="0"/>
                <a:cs typeface="Times New Roman" panose="02020603050405020304" pitchFamily="18" charset="0"/>
              </a:rPr>
              <a:t>6) </a:t>
            </a:r>
            <a:r>
              <a:rPr lang="en-US" sz="8000" b="1" dirty="0">
                <a:latin typeface="Times New Roman" panose="02020603050405020304" pitchFamily="18" charset="0"/>
                <a:cs typeface="Times New Roman" panose="02020603050405020304" pitchFamily="18" charset="0"/>
              </a:rPr>
              <a:t>Practicing Welding Distance</a:t>
            </a:r>
            <a:r>
              <a:rPr lang="en-US" sz="8000" dirty="0">
                <a:latin typeface="Times New Roman" panose="02020603050405020304" pitchFamily="18" charset="0"/>
                <a:cs typeface="Times New Roman" panose="02020603050405020304" pitchFamily="18" charset="0"/>
              </a:rPr>
              <a:t>: Maintaining a consistent 3/8 – 1/2 inch wire stick-out; identifying errors like porosity (too far) or burn-back (too close).</a:t>
            </a:r>
            <a:endParaRPr lang="pl-PL" sz="8000" dirty="0">
              <a:latin typeface="Times New Roman" panose="02020603050405020304" pitchFamily="18" charset="0"/>
              <a:cs typeface="Times New Roman" panose="02020603050405020304" pitchFamily="18" charset="0"/>
            </a:endParaRPr>
          </a:p>
          <a:p>
            <a:pPr marL="0" indent="0" fontAlgn="base">
              <a:buNone/>
            </a:pPr>
            <a:endParaRPr lang="en-US" sz="8000" dirty="0">
              <a:latin typeface="Times New Roman" panose="02020603050405020304" pitchFamily="18" charset="0"/>
              <a:cs typeface="Times New Roman" panose="02020603050405020304" pitchFamily="18" charset="0"/>
            </a:endParaRPr>
          </a:p>
          <a:p>
            <a:pPr marL="0" indent="0" fontAlgn="base">
              <a:buNone/>
            </a:pPr>
            <a:r>
              <a:rPr lang="pl-PL" sz="8000" b="1" dirty="0">
                <a:latin typeface="Times New Roman" panose="02020603050405020304" pitchFamily="18" charset="0"/>
                <a:cs typeface="Times New Roman" panose="02020603050405020304" pitchFamily="18" charset="0"/>
              </a:rPr>
              <a:t>7) </a:t>
            </a:r>
            <a:r>
              <a:rPr lang="en-US" sz="8000" b="1" dirty="0">
                <a:latin typeface="Times New Roman" panose="02020603050405020304" pitchFamily="18" charset="0"/>
                <a:cs typeface="Times New Roman" panose="02020603050405020304" pitchFamily="18" charset="0"/>
              </a:rPr>
              <a:t>Torch Angles and Movement</a:t>
            </a:r>
            <a:r>
              <a:rPr lang="en-US" sz="8000" dirty="0">
                <a:latin typeface="Times New Roman" panose="02020603050405020304" pitchFamily="18" charset="0"/>
                <a:cs typeface="Times New Roman" panose="02020603050405020304" pitchFamily="18" charset="0"/>
              </a:rPr>
              <a:t>: Mastering work angles (90° butt joints, 45° T-joints) and manipulation patterns (stringer beads vs. weaving).</a:t>
            </a:r>
          </a:p>
          <a:p>
            <a:pPr marL="0" marR="0" indent="0" algn="l" fontAlgn="b">
              <a:buNone/>
            </a:pPr>
            <a:endParaRPr lang="pl-PL" dirty="0"/>
          </a:p>
        </p:txBody>
      </p:sp>
      <p:sp>
        <p:nvSpPr>
          <p:cNvPr id="5" name="Symbol zastępczy numeru slajdu 4">
            <a:extLst>
              <a:ext uri="{FF2B5EF4-FFF2-40B4-BE49-F238E27FC236}">
                <a16:creationId xmlns:a16="http://schemas.microsoft.com/office/drawing/2014/main" id="{92903A1A-3612-2A50-B2AC-872F3E2DD447}"/>
              </a:ext>
            </a:extLst>
          </p:cNvPr>
          <p:cNvSpPr>
            <a:spLocks noGrp="1"/>
          </p:cNvSpPr>
          <p:nvPr>
            <p:ph type="sldNum" sz="quarter" idx="12"/>
          </p:nvPr>
        </p:nvSpPr>
        <p:spPr/>
        <p:txBody>
          <a:bodyPr/>
          <a:lstStyle/>
          <a:p>
            <a:pPr rtl="0"/>
            <a:fld id="{AEAA3239-9EA4-4A65-A281-97F994456D9F}" type="slidenum">
              <a:rPr lang="en-US" smtClean="0"/>
              <a:t>3</a:t>
            </a:fld>
            <a:endParaRPr lang="en-US" dirty="0"/>
          </a:p>
        </p:txBody>
      </p:sp>
    </p:spTree>
    <p:extLst>
      <p:ext uri="{BB962C8B-B14F-4D97-AF65-F5344CB8AC3E}">
        <p14:creationId xmlns:p14="http://schemas.microsoft.com/office/powerpoint/2010/main" val="2559943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34AD6-B35D-F4D2-6E1E-271E71E2DF19}"/>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4A3E0A5E-B288-6E5E-35C0-940C59B3569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E61EBA30-899F-1070-DC2B-26F96D0F834B}"/>
              </a:ext>
            </a:extLst>
          </p:cNvPr>
          <p:cNvSpPr>
            <a:spLocks noGrp="1"/>
          </p:cNvSpPr>
          <p:nvPr>
            <p:ph sz="quarter" idx="16"/>
          </p:nvPr>
        </p:nvSpPr>
        <p:spPr>
          <a:xfrm>
            <a:off x="436789" y="1215117"/>
            <a:ext cx="10534650" cy="241935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III. TIG Welding (Method 141)</a:t>
            </a:r>
            <a:endParaRPr lang="pl-PL"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8) </a:t>
            </a:r>
            <a:r>
              <a:rPr lang="en-US" sz="2000" b="1" dirty="0">
                <a:latin typeface="Times New Roman" panose="02020603050405020304" pitchFamily="18" charset="0"/>
                <a:cs typeface="Times New Roman" panose="02020603050405020304" pitchFamily="18" charset="0"/>
              </a:rPr>
              <a:t>TIG Torch and Tungsten Electrodes</a:t>
            </a:r>
            <a:r>
              <a:rPr lang="en-US" sz="2000" dirty="0">
                <a:latin typeface="Times New Roman" panose="02020603050405020304" pitchFamily="18" charset="0"/>
                <a:cs typeface="Times New Roman" panose="02020603050405020304" pitchFamily="18" charset="0"/>
              </a:rPr>
              <a:t>: Parts of a TIG torch, collets, and the color-coding system for non-consumable tungsten electrodes.</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9) </a:t>
            </a:r>
            <a:r>
              <a:rPr lang="en-US" sz="2000" b="1" dirty="0">
                <a:latin typeface="Times New Roman" panose="02020603050405020304" pitchFamily="18" charset="0"/>
                <a:cs typeface="Times New Roman" panose="02020603050405020304" pitchFamily="18" charset="0"/>
              </a:rPr>
              <a:t>TIG Manipulation and Pen Grip</a:t>
            </a:r>
            <a:r>
              <a:rPr lang="en-US" sz="2000" dirty="0">
                <a:latin typeface="Times New Roman" panose="02020603050405020304" pitchFamily="18" charset="0"/>
                <a:cs typeface="Times New Roman" panose="02020603050405020304" pitchFamily="18" charset="0"/>
              </a:rPr>
              <a:t>: Learning the precise torch movement and the manual coordination required to feed the filler rod.</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10) </a:t>
            </a:r>
            <a:r>
              <a:rPr lang="en-US" sz="2000" b="1" dirty="0">
                <a:latin typeface="Times New Roman" panose="02020603050405020304" pitchFamily="18" charset="0"/>
                <a:cs typeface="Times New Roman" panose="02020603050405020304" pitchFamily="18" charset="0"/>
              </a:rPr>
              <a:t>Shielding Gas and Gas Flow Control</a:t>
            </a:r>
            <a:r>
              <a:rPr lang="en-US" sz="2000" dirty="0">
                <a:latin typeface="Times New Roman" panose="02020603050405020304" pitchFamily="18" charset="0"/>
                <a:cs typeface="Times New Roman" panose="02020603050405020304" pitchFamily="18" charset="0"/>
              </a:rPr>
              <a:t>: Use of pure Argon, and setting the "pre-flow" and "post-flow" to protect the cooling weld pool.</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a:buNone/>
            </a:pPr>
            <a:r>
              <a:rPr lang="pl-PL" sz="2000" b="1" dirty="0">
                <a:latin typeface="Times New Roman" panose="02020603050405020304" pitchFamily="18" charset="0"/>
                <a:cs typeface="Times New Roman" panose="02020603050405020304" pitchFamily="18" charset="0"/>
              </a:rPr>
              <a:t>11) </a:t>
            </a:r>
            <a:r>
              <a:rPr lang="en-US" sz="2000" b="1" dirty="0">
                <a:latin typeface="Times New Roman" panose="02020603050405020304" pitchFamily="18" charset="0"/>
                <a:cs typeface="Times New Roman" panose="02020603050405020304" pitchFamily="18" charset="0"/>
              </a:rPr>
              <a:t>TIG Quality and Troubleshooting</a:t>
            </a:r>
            <a:r>
              <a:rPr lang="en-US" sz="2000" dirty="0">
                <a:latin typeface="Times New Roman" panose="02020603050405020304" pitchFamily="18" charset="0"/>
                <a:cs typeface="Times New Roman" panose="02020603050405020304" pitchFamily="18" charset="0"/>
              </a:rPr>
              <a:t>: Identifying TIG-specific defects such as oxidation (gray welds) and tungsten inclusions.</a:t>
            </a:r>
            <a:endParaRPr lang="pl-PL" sz="20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F02C1E66-FB1D-CE50-9F06-C7A22C9BD711}"/>
              </a:ext>
            </a:extLst>
          </p:cNvPr>
          <p:cNvSpPr>
            <a:spLocks noGrp="1"/>
          </p:cNvSpPr>
          <p:nvPr>
            <p:ph type="sldNum" sz="quarter" idx="12"/>
          </p:nvPr>
        </p:nvSpPr>
        <p:spPr/>
        <p:txBody>
          <a:bodyPr/>
          <a:lstStyle/>
          <a:p>
            <a:pPr rtl="0"/>
            <a:fld id="{AEAA3239-9EA4-4A65-A281-97F994456D9F}" type="slidenum">
              <a:rPr lang="en-US" smtClean="0"/>
              <a:t>4</a:t>
            </a:fld>
            <a:endParaRPr lang="en-US" dirty="0"/>
          </a:p>
        </p:txBody>
      </p:sp>
    </p:spTree>
    <p:extLst>
      <p:ext uri="{BB962C8B-B14F-4D97-AF65-F5344CB8AC3E}">
        <p14:creationId xmlns:p14="http://schemas.microsoft.com/office/powerpoint/2010/main" val="247376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31769-81C0-D143-80B8-FC1306C25FC7}"/>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A44BD799-9E0B-4C70-B7E8-81CA17A825D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E4573799-E87B-A028-A4DB-D46B25BE23C7}"/>
              </a:ext>
            </a:extLst>
          </p:cNvPr>
          <p:cNvSpPr>
            <a:spLocks noGrp="1"/>
          </p:cNvSpPr>
          <p:nvPr>
            <p:ph sz="quarter" idx="16"/>
          </p:nvPr>
        </p:nvSpPr>
        <p:spPr>
          <a:xfrm>
            <a:off x="436789" y="1215117"/>
            <a:ext cx="10534650" cy="241935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IV. Electric Arc Welding (MMA - Method 111)</a:t>
            </a:r>
            <a:endParaRPr lang="pl-PL"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12) </a:t>
            </a:r>
            <a:r>
              <a:rPr lang="en-US" sz="2000" b="1" dirty="0">
                <a:latin typeface="Times New Roman" panose="02020603050405020304" pitchFamily="18" charset="0"/>
                <a:cs typeface="Times New Roman" panose="02020603050405020304" pitchFamily="18" charset="0"/>
              </a:rPr>
              <a:t>MMA Machines and Electrodes</a:t>
            </a:r>
            <a:r>
              <a:rPr lang="en-US" sz="2000" dirty="0">
                <a:latin typeface="Times New Roman" panose="02020603050405020304" pitchFamily="18" charset="0"/>
                <a:cs typeface="Times New Roman" panose="02020603050405020304" pitchFamily="18" charset="0"/>
              </a:rPr>
              <a:t>: English terms for transformer/inverter welders and electrode coatings (rutile, basic, cellulosic).</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13) </a:t>
            </a:r>
            <a:r>
              <a:rPr lang="en-US" sz="2000" b="1" dirty="0">
                <a:latin typeface="Times New Roman" panose="02020603050405020304" pitchFamily="18" charset="0"/>
                <a:cs typeface="Times New Roman" panose="02020603050405020304" pitchFamily="18" charset="0"/>
              </a:rPr>
              <a:t>Striking the Arc and Positions</a:t>
            </a:r>
            <a:r>
              <a:rPr lang="en-US" sz="2000" dirty="0">
                <a:latin typeface="Times New Roman" panose="02020603050405020304" pitchFamily="18" charset="0"/>
                <a:cs typeface="Times New Roman" panose="02020603050405020304" pitchFamily="18" charset="0"/>
              </a:rPr>
              <a:t>: Techniques for "scratching" or "tapping" to start the arc, and names of welding positions (PA, PB, PC, etc.).</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14) </a:t>
            </a:r>
            <a:r>
              <a:rPr lang="en-US" sz="2000" b="1" dirty="0">
                <a:latin typeface="Times New Roman" panose="02020603050405020304" pitchFamily="18" charset="0"/>
                <a:cs typeface="Times New Roman" panose="02020603050405020304" pitchFamily="18" charset="0"/>
              </a:rPr>
              <a:t>Post-Weld Cleaning and Tools</a:t>
            </a:r>
            <a:r>
              <a:rPr lang="en-US" sz="2000" dirty="0">
                <a:latin typeface="Times New Roman" panose="02020603050405020304" pitchFamily="18" charset="0"/>
                <a:cs typeface="Times New Roman" panose="02020603050405020304" pitchFamily="18" charset="0"/>
              </a:rPr>
              <a:t>: Vocabulary for slag removal using a chipping hammer, wire brush, and angle grinder.</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15) </a:t>
            </a:r>
            <a:r>
              <a:rPr lang="en-US" sz="2000" b="1" dirty="0">
                <a:latin typeface="Times New Roman" panose="02020603050405020304" pitchFamily="18" charset="0"/>
                <a:cs typeface="Times New Roman" panose="02020603050405020304" pitchFamily="18" charset="0"/>
              </a:rPr>
              <a:t>Common MMA Errors</a:t>
            </a:r>
            <a:r>
              <a:rPr lang="en-US" sz="2000" dirty="0">
                <a:latin typeface="Times New Roman" panose="02020603050405020304" pitchFamily="18" charset="0"/>
                <a:cs typeface="Times New Roman" panose="02020603050405020304" pitchFamily="18" charset="0"/>
              </a:rPr>
              <a:t>: Describing technical issues such as electrode sticking, arc blow, and slag inclusions.</a:t>
            </a:r>
          </a:p>
          <a:p>
            <a:pPr marL="0" indent="0">
              <a:buNone/>
            </a:pPr>
            <a:endParaRPr lang="pl-PL" sz="20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025BEA9A-2BB4-8D3B-70B3-04515C4384EA}"/>
              </a:ext>
            </a:extLst>
          </p:cNvPr>
          <p:cNvSpPr>
            <a:spLocks noGrp="1"/>
          </p:cNvSpPr>
          <p:nvPr>
            <p:ph type="sldNum" sz="quarter" idx="12"/>
          </p:nvPr>
        </p:nvSpPr>
        <p:spPr/>
        <p:txBody>
          <a:bodyPr/>
          <a:lstStyle/>
          <a:p>
            <a:pPr rtl="0"/>
            <a:fld id="{AEAA3239-9EA4-4A65-A281-97F994456D9F}" type="slidenum">
              <a:rPr lang="en-US" smtClean="0"/>
              <a:t>5</a:t>
            </a:fld>
            <a:endParaRPr lang="en-US" dirty="0"/>
          </a:p>
        </p:txBody>
      </p:sp>
    </p:spTree>
    <p:extLst>
      <p:ext uri="{BB962C8B-B14F-4D97-AF65-F5344CB8AC3E}">
        <p14:creationId xmlns:p14="http://schemas.microsoft.com/office/powerpoint/2010/main" val="160732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C6382-FF39-E944-75A4-5264C478EAFA}"/>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EC0A0DAF-FE85-54E8-E237-28D21D67DE7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E67BE740-CAA1-3106-F5C5-3CB25969126E}"/>
              </a:ext>
            </a:extLst>
          </p:cNvPr>
          <p:cNvSpPr>
            <a:spLocks noGrp="1"/>
          </p:cNvSpPr>
          <p:nvPr>
            <p:ph sz="quarter" idx="16"/>
          </p:nvPr>
        </p:nvSpPr>
        <p:spPr>
          <a:xfrm>
            <a:off x="436789" y="1215117"/>
            <a:ext cx="10534650" cy="241935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V. Documentation, Quality and CAD</a:t>
            </a:r>
            <a:endParaRPr lang="pl-PL"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16) </a:t>
            </a:r>
            <a:r>
              <a:rPr lang="en-US" sz="2000" b="1" dirty="0">
                <a:latin typeface="Times New Roman" panose="02020603050405020304" pitchFamily="18" charset="0"/>
                <a:cs typeface="Times New Roman" panose="02020603050405020304" pitchFamily="18" charset="0"/>
              </a:rPr>
              <a:t>Technical Drawing and Welding Symbols</a:t>
            </a:r>
            <a:r>
              <a:rPr lang="en-US" sz="2000" dirty="0">
                <a:latin typeface="Times New Roman" panose="02020603050405020304" pitchFamily="18" charset="0"/>
                <a:cs typeface="Times New Roman" panose="02020603050405020304" pitchFamily="18" charset="0"/>
              </a:rPr>
              <a:t>: Interpreting blueprints and international welding symbols according to ISO/EN standards.</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17) </a:t>
            </a:r>
            <a:r>
              <a:rPr lang="en-US" sz="2000" b="1" dirty="0">
                <a:latin typeface="Times New Roman" panose="02020603050405020304" pitchFamily="18" charset="0"/>
                <a:cs typeface="Times New Roman" panose="02020603050405020304" pitchFamily="18" charset="0"/>
              </a:rPr>
              <a:t>WPS (Welding Procedure Specification)</a:t>
            </a:r>
            <a:r>
              <a:rPr lang="en-US" sz="2000" dirty="0">
                <a:latin typeface="Times New Roman" panose="02020603050405020304" pitchFamily="18" charset="0"/>
                <a:cs typeface="Times New Roman" panose="02020603050405020304" pitchFamily="18" charset="0"/>
              </a:rPr>
              <a:t>: Reading and understanding the technical "recipe" for a specific weld on the shop floor.</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18) </a:t>
            </a:r>
            <a:r>
              <a:rPr lang="en-US" sz="2000" b="1" dirty="0">
                <a:latin typeface="Times New Roman" panose="02020603050405020304" pitchFamily="18" charset="0"/>
                <a:cs typeface="Times New Roman" panose="02020603050405020304" pitchFamily="18" charset="0"/>
              </a:rPr>
              <a:t>CAD Systems and Inspection</a:t>
            </a:r>
            <a:r>
              <a:rPr lang="en-US" sz="2000" dirty="0">
                <a:latin typeface="Times New Roman" panose="02020603050405020304" pitchFamily="18" charset="0"/>
                <a:cs typeface="Times New Roman" panose="02020603050405020304" pitchFamily="18" charset="0"/>
              </a:rPr>
              <a:t>: Introduction to CAD modeling for parts and tools for evaluating weld quality (gauges and NDT).</a:t>
            </a:r>
          </a:p>
          <a:p>
            <a:pPr marL="0" indent="0">
              <a:buNone/>
            </a:pPr>
            <a:endParaRPr lang="pl-PL" sz="20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4E47E43A-53D4-1B99-E086-C82FF9C705EE}"/>
              </a:ext>
            </a:extLst>
          </p:cNvPr>
          <p:cNvSpPr>
            <a:spLocks noGrp="1"/>
          </p:cNvSpPr>
          <p:nvPr>
            <p:ph type="sldNum" sz="quarter" idx="12"/>
          </p:nvPr>
        </p:nvSpPr>
        <p:spPr/>
        <p:txBody>
          <a:bodyPr/>
          <a:lstStyle/>
          <a:p>
            <a:pPr rtl="0"/>
            <a:fld id="{AEAA3239-9EA4-4A65-A281-97F994456D9F}" type="slidenum">
              <a:rPr lang="en-US" smtClean="0"/>
              <a:t>6</a:t>
            </a:fld>
            <a:endParaRPr lang="en-US" dirty="0"/>
          </a:p>
        </p:txBody>
      </p:sp>
    </p:spTree>
    <p:extLst>
      <p:ext uri="{BB962C8B-B14F-4D97-AF65-F5344CB8AC3E}">
        <p14:creationId xmlns:p14="http://schemas.microsoft.com/office/powerpoint/2010/main" val="3046871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C221D-2F76-005C-0F5F-A0ED2DECF54A}"/>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6AEC430D-62B7-7DB3-C3F2-04758B5FA30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85DBAC16-3A7A-B5A8-BB20-76AE412DF3D3}"/>
              </a:ext>
            </a:extLst>
          </p:cNvPr>
          <p:cNvSpPr>
            <a:spLocks noGrp="1"/>
          </p:cNvSpPr>
          <p:nvPr>
            <p:ph sz="quarter" idx="16"/>
          </p:nvPr>
        </p:nvSpPr>
        <p:spPr>
          <a:xfrm>
            <a:off x="436789" y="1215117"/>
            <a:ext cx="10534650" cy="241935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VI. Job Readiness and Career Path</a:t>
            </a:r>
            <a:endParaRPr lang="pl-PL"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fontAlgn="base">
              <a:buNone/>
            </a:pPr>
            <a:r>
              <a:rPr lang="pl-PL" sz="2000" b="1" dirty="0">
                <a:latin typeface="Times New Roman" panose="02020603050405020304" pitchFamily="18" charset="0"/>
                <a:cs typeface="Times New Roman" panose="02020603050405020304" pitchFamily="18" charset="0"/>
              </a:rPr>
              <a:t>19) </a:t>
            </a:r>
            <a:r>
              <a:rPr lang="en-US" sz="2000" b="1" dirty="0">
                <a:latin typeface="Times New Roman" panose="02020603050405020304" pitchFamily="18" charset="0"/>
                <a:cs typeface="Times New Roman" panose="02020603050405020304" pitchFamily="18" charset="0"/>
              </a:rPr>
              <a:t>The Technical Job Interview</a:t>
            </a:r>
            <a:r>
              <a:rPr lang="en-US" sz="2000" dirty="0">
                <a:latin typeface="Times New Roman" panose="02020603050405020304" pitchFamily="18" charset="0"/>
                <a:cs typeface="Times New Roman" panose="02020603050405020304" pitchFamily="18" charset="0"/>
              </a:rPr>
              <a:t>: Simulation of a job interview – describing your experience, certifications, and welding skills in English.</a:t>
            </a:r>
            <a:endParaRPr lang="pl-PL" sz="2000" dirty="0">
              <a:latin typeface="Times New Roman" panose="02020603050405020304" pitchFamily="18" charset="0"/>
              <a:cs typeface="Times New Roman" panose="02020603050405020304" pitchFamily="18" charset="0"/>
            </a:endParaRPr>
          </a:p>
          <a:p>
            <a:pPr marL="0" indent="0" fontAlgn="base">
              <a:buNone/>
            </a:pPr>
            <a:endParaRPr lang="en-US" sz="2000" dirty="0">
              <a:latin typeface="Times New Roman" panose="02020603050405020304" pitchFamily="18" charset="0"/>
              <a:cs typeface="Times New Roman" panose="02020603050405020304" pitchFamily="18" charset="0"/>
            </a:endParaRPr>
          </a:p>
          <a:p>
            <a:pPr marL="0" indent="0">
              <a:buNone/>
            </a:pPr>
            <a:r>
              <a:rPr lang="pl-PL" sz="2000" b="1">
                <a:latin typeface="Times New Roman" panose="02020603050405020304" pitchFamily="18" charset="0"/>
                <a:cs typeface="Times New Roman" panose="02020603050405020304" pitchFamily="18" charset="0"/>
              </a:rPr>
              <a:t>20) </a:t>
            </a:r>
            <a:r>
              <a:rPr lang="en-US" sz="2000" b="1">
                <a:latin typeface="Times New Roman" panose="02020603050405020304" pitchFamily="18" charset="0"/>
                <a:cs typeface="Times New Roman" panose="02020603050405020304" pitchFamily="18" charset="0"/>
              </a:rPr>
              <a:t>Workshop </a:t>
            </a:r>
            <a:r>
              <a:rPr lang="en-US" sz="2000" b="1" dirty="0">
                <a:latin typeface="Times New Roman" panose="02020603050405020304" pitchFamily="18" charset="0"/>
                <a:cs typeface="Times New Roman" panose="02020603050405020304" pitchFamily="18" charset="0"/>
              </a:rPr>
              <a:t>Instructions and Task Management</a:t>
            </a:r>
            <a:r>
              <a:rPr lang="en-US" sz="2000" dirty="0">
                <a:latin typeface="Times New Roman" panose="02020603050405020304" pitchFamily="18" charset="0"/>
                <a:cs typeface="Times New Roman" panose="02020603050405020304" pitchFamily="18" charset="0"/>
              </a:rPr>
              <a:t>: Understanding supervisor orders, reading production cards, and daily machine maintenance.</a:t>
            </a:r>
            <a:endParaRPr lang="pl-PL" sz="20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1B35C42C-189B-E62C-AF86-AD7D94300A11}"/>
              </a:ext>
            </a:extLst>
          </p:cNvPr>
          <p:cNvSpPr>
            <a:spLocks noGrp="1"/>
          </p:cNvSpPr>
          <p:nvPr>
            <p:ph type="sldNum" sz="quarter" idx="12"/>
          </p:nvPr>
        </p:nvSpPr>
        <p:spPr/>
        <p:txBody>
          <a:bodyPr/>
          <a:lstStyle/>
          <a:p>
            <a:pPr rtl="0"/>
            <a:fld id="{AEAA3239-9EA4-4A65-A281-97F994456D9F}" type="slidenum">
              <a:rPr lang="en-US" smtClean="0"/>
              <a:t>7</a:t>
            </a:fld>
            <a:endParaRPr lang="en-US" dirty="0"/>
          </a:p>
        </p:txBody>
      </p:sp>
    </p:spTree>
    <p:extLst>
      <p:ext uri="{BB962C8B-B14F-4D97-AF65-F5344CB8AC3E}">
        <p14:creationId xmlns:p14="http://schemas.microsoft.com/office/powerpoint/2010/main" val="929833523"/>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3" id="{7862D38F-3918-4751-8FC9-94B33112EE2E}" vid="{93E1B6CF-9AF6-4335-9490-2BAB09E8861E}"/>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607</Words>
  <Application>Microsoft Office PowerPoint</Application>
  <PresentationFormat>Panoramiczny</PresentationFormat>
  <Paragraphs>69</Paragraphs>
  <Slides>7</Slides>
  <Notes>7</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7</vt:i4>
      </vt:variant>
    </vt:vector>
  </HeadingPairs>
  <TitlesOfParts>
    <vt:vector size="13" baseType="lpstr">
      <vt:lpstr>Aptos</vt:lpstr>
      <vt:lpstr>Arial</vt:lpstr>
      <vt:lpstr>Avenir Next LT Pro</vt:lpstr>
      <vt:lpstr>Mongolian Baiti</vt:lpstr>
      <vt:lpstr>Times New Roman</vt:lpstr>
      <vt:lpstr>Quick study</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Aleksandra Giebień</dc:creator>
  <cp:lastModifiedBy>Aleksandra Giebień</cp:lastModifiedBy>
  <cp:revision>1</cp:revision>
  <dcterms:created xsi:type="dcterms:W3CDTF">2026-01-20T19:43:50Z</dcterms:created>
  <dcterms:modified xsi:type="dcterms:W3CDTF">2026-01-20T20:57:00Z</dcterms:modified>
</cp:coreProperties>
</file>